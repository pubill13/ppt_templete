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5672f9d2949c1" /><Relationship Type="http://schemas.openxmlformats.org/officeDocument/2006/relationships/extended-properties" Target="/docProps/app.xml" Id="R9c7b01c4a2ba4222" /><Relationship Type="http://schemas.openxmlformats.org/officeDocument/2006/relationships/officeDocument" Target="/ppt/presentation.xml" Id="R81ddf407ff68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e97ac27024e01"/>
  </p:sldMasterIdLst>
  <p:notesMasterIdLst>
    <p:notesMasterId xmlns:r="http://schemas.openxmlformats.org/officeDocument/2006/relationships" r:id="R65ac081fd18c4943"/>
  </p:notesMasterIdLst>
  <p:sldIdLst>
    <p:sldId xmlns:r="http://schemas.openxmlformats.org/officeDocument/2006/relationships" id="256" r:id="R630e8754718a4465"/>
    <p:sldId xmlns:r="http://schemas.openxmlformats.org/officeDocument/2006/relationships" id="257" r:id="Rdf443ea5c15549a4"/>
    <p:sldId xmlns:r="http://schemas.openxmlformats.org/officeDocument/2006/relationships" id="258" r:id="R863a6b6a8f5a4142"/>
    <p:sldId xmlns:r="http://schemas.openxmlformats.org/officeDocument/2006/relationships" id="259" r:id="Rc9f4a6bbcba943fb"/>
    <p:sldId xmlns:r="http://schemas.openxmlformats.org/officeDocument/2006/relationships" id="260" r:id="Rb33016678d744e8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7144d10d514902" /><Relationship Type="http://schemas.openxmlformats.org/officeDocument/2006/relationships/slideMaster" Target="/ppt/slideMasters/slideMaster1.xml" Id="Rdb7e97ac27024e01" /><Relationship Type="http://schemas.openxmlformats.org/officeDocument/2006/relationships/notesMaster" Target="/ppt/notesMasters/notesMaster1.xml" Id="R65ac081fd18c4943" /><Relationship Type="http://schemas.openxmlformats.org/officeDocument/2006/relationships/presProps" Target="/ppt/presProps.xml" Id="R66a02b6633954895" /><Relationship Type="http://schemas.openxmlformats.org/officeDocument/2006/relationships/tableStyles" Target="/ppt/tableStyles.xml" Id="R44181276793b4273" /><Relationship Type="http://schemas.openxmlformats.org/officeDocument/2006/relationships/slide" Target="/ppt/slides/slide1.xml" Id="R630e8754718a4465" /><Relationship Type="http://schemas.openxmlformats.org/officeDocument/2006/relationships/slide" Target="/ppt/slides/slide2.xml" Id="Rdf443ea5c15549a4" /><Relationship Type="http://schemas.openxmlformats.org/officeDocument/2006/relationships/slide" Target="/ppt/slides/slide3.xml" Id="R863a6b6a8f5a4142" /><Relationship Type="http://schemas.openxmlformats.org/officeDocument/2006/relationships/slide" Target="/ppt/slides/slide4.xml" Id="Rc9f4a6bbcba943fb" /><Relationship Type="http://schemas.openxmlformats.org/officeDocument/2006/relationships/slide" Target="/ppt/slides/slide5.xml" Id="Rb33016678d744e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23726c74b644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b8f02c62b947d2" /><Relationship Type="http://schemas.openxmlformats.org/officeDocument/2006/relationships/notesMaster" Target="/ppt/notesMasters/notesMaster1.xml" Id="Rc0ec3cbfb16944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0bfa7eff1f45c5" /><Relationship Type="http://schemas.openxmlformats.org/officeDocument/2006/relationships/notesMaster" Target="/ppt/notesMasters/notesMaster1.xml" Id="R3455709f21ad4b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45b5f942304f26" /><Relationship Type="http://schemas.openxmlformats.org/officeDocument/2006/relationships/notesMaster" Target="/ppt/notesMasters/notesMaster1.xml" Id="R4147e760752a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fdf21d02944d3" /><Relationship Type="http://schemas.openxmlformats.org/officeDocument/2006/relationships/notesMaster" Target="/ppt/notesMasters/notesMaster1.xml" Id="Rd37ebf3451ae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96703e9d714791" /><Relationship Type="http://schemas.openxmlformats.org/officeDocument/2006/relationships/notesMaster" Target="/ppt/notesMasters/notesMaster1.xml" Id="Rb351dcce9ee1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설비 구조 기준 경로는 Dipping Buffer → ATR2 → BM1 → MTR → PM Dry → MTR → S-LP이다. Batch 내부 대상과 InBuffer 잔류 Wafer의 Dipping Buffer 이동은 Batch 제어/WTR 담당이며 상세 내부 경로는 정의하지 않는다. 로봇을 Wafer 저장 모듈과 구분하여 화살표에 표기했다. STR은 FOUP 이동, ATR1은 B-LP에서 InBuffer로의 투입을 담당하므로 회수 Wafer 경로에 포함하지 않는다. 최종 목적지는 S-LP에 배치된 원래 Carrier의 Original Slot이다.</a:t>
            </a:r>
          </a:p>
          <a:p xmlns:a="http://schemas.openxmlformats.org/drawingml/2006/main">
            <a:r>
              <a:t>구조 대조 자료: Batch 레이아웃 이미지.jpg, current_final/KakaoTalk_20260821_092054702_01.jpg, 로봇 구조 설명 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Wafer Collection Concept 및 Scenario 요구사항 (본 대화).</a:t>
            </a:r>
          </a:p>
          <a:p xmlns:a="http://schemas.openxmlformats.org/drawingml/2006/main">
            <a:r>
              <a:t>영역 명칭 및 역할 참고: batch 설비 기본 구조 및 Batch 투입 대기 기능 기본 설명.txt.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1은 Dipping Buffer 및 후단에 있는 기존 Wafer를 현재 위치에서 수거한다. Phase 2는 Next CJ가 존재하는 동안 Dipping Buffer 공급 요청, 이동 완료 확인, 공통 수거를 반복한다. Phase 3는 Batch CJ가 없어진 후 InBuffer 잔류 대상에 동일한 요청·확인·수거를 마지막으로 수행한다. 모든 Phase의 대상 전체 복귀는 원래 Carrier의 Original Slot 복귀를 의미한다.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Wafer Collection Concept 및 Scenario 요구사항 (본 대화).</a:t>
            </a:r>
          </a:p>
          <a:p xmlns:a="http://schemas.openxmlformats.org/drawingml/2006/main">
            <a:r>
              <a:t>영역 명칭 및 역할 참고: batch 설비 기본 구조 및 Batch 투입 대기 기능 기본 설명.txt.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1의 복귀 완료 판단은 Dipping Buffer가 비었다는 사실만으로 통과하지 않는다. 후단 및 이송 중 대상을 포함한 현재 대상의 원래 Carrier/Original Slot 복귀가 모두 완료되어야 한다. NO는 현 대상 수거/미완료 상태 유지이다. Phase 2의 공통 수거 종료 후 Next CJ 유무를 다시 확인한다. Next CJ가 없으면 InBuffer 잔류를 확인한다. InBuffer가 없으면 전체 완료 검증으로 바로 이동한다. 요청 후 이동 완료가 확인되기 전에는 공통 수거로 진행하지 않는다. 최종 검증 조건은 5페이지의 전체 조건이다. 상세 Interface 신호, Timeout, 실패·재시도 처리는 TBD이다.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Wafer Collection Concept 및 Scenario 요구사항 (본 대화).</a:t>
            </a:r>
          </a:p>
          <a:p xmlns:a="http://schemas.openxmlformats.org/drawingml/2006/main">
            <a:r>
              <a:t>영역 명칭 및 역할 참고: batch 설비 기본 구조 및 Batch 투입 대기 기능 기본 설명.txt.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Wafer에 반복 적용하는 공통 Collection 로직이다. Dipping 진입 이후 Wafer는 Dry 정상 완료를 확인한 후 복귀시킨다. 현재 위치·상태에 따라 후단 경로에서 수거를 이어간다. S-LP에 원래 Carrier를 배치하고 해당 Carrier의 Original Slot으로 복귀한다. Carrier와 Slot은 추적 정보 기준이며 최초 투입 물리 LP로 되돌린다는 의미가 아니다. 기 완료 Dry 이력 관리, 상세 재개 동작은 TBD이다.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Wafer Collection Concept 및 Scenario 요구사항 (본 대화).</a:t>
            </a:r>
          </a:p>
          <a:p xmlns:a="http://schemas.openxmlformats.org/drawingml/2006/main">
            <a:r>
              <a:t>영역 명칭 및 역할 참고: batch 설비 기본 구조 및 Batch 투입 대기 기능 기본 설명.txt.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Equipment는 Collection Sequence, Dipping Buffer 및 후단 수거와 S-LP에서 원래 Carrier/Slot 복귀를 관리한다. Batch는 Next CJ 관리, Batch 제어/WTR에 의한 Dipping Buffer 이동, 완료 결과 전달을 담당한다. Phase 2는 다음 CJ가 있는 동안 현 대상 전체 복귀 후 반복한다. Batch CJ가 없으면 Phase 3에서 InBuffer 잔류를 확인하고 대상이 있을 때만 이송을 요청한다. 수거 종료는 5개 조건 전체 만족이다. 실제 Interface 함수·신호명, Timeout, 오류·재시도, Batch 내부 세부 경로는 TBD이다.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Wafer Collection Concept 및 Scenario 요구사항 (본 대화).</a:t>
            </a:r>
          </a:p>
          <a:p xmlns:a="http://schemas.openxmlformats.org/drawingml/2006/main">
            <a:r>
              <a:t>영역 명칭 및 역할 참고: batch 설비 기본 구조 및 Batch 투입 대기 기능 기본 설명.txt.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ccb9267df44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fb0507add74891" /><Relationship Type="http://schemas.openxmlformats.org/officeDocument/2006/relationships/slideLayout" Target="/ppt/slideLayouts/slideLayout1.xml" Id="R3f409a95b4c24c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409a95b4c24c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11c008e9e4195" /><Relationship Type="http://schemas.openxmlformats.org/officeDocument/2006/relationships/notesSlide" Target="/ppt/notesSlides/notesSlide1.xml" Id="R508cabe190444b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f3a8f0e2a4841" /><Relationship Type="http://schemas.openxmlformats.org/officeDocument/2006/relationships/notesSlide" Target="/ppt/notesSlides/notesSlide2.xml" Id="Rc7715b1f819143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d945759684ffb" /><Relationship Type="http://schemas.openxmlformats.org/officeDocument/2006/relationships/notesSlide" Target="/ppt/notesSlides/notesSlide3.xml" Id="R2b2062f1d54b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a7b0d1dcb402a" /><Relationship Type="http://schemas.openxmlformats.org/officeDocument/2006/relationships/notesSlide" Target="/ppt/notesSlides/notesSlide4.xml" Id="Rbc8cfa609a9a4f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58b8391f04a62" /><Relationship Type="http://schemas.openxmlformats.org/officeDocument/2006/relationships/notesSlide" Target="/ppt/notesSlides/notesSlide5.xml" Id="Rb57f674eba2b4a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ext-1">
            <a:extLst xmlns:a="http://schemas.openxmlformats.org/drawingml/2006/main">
              <a:ext uri="{FF2B5EF4-FFF2-40B4-BE49-F238E27FC236}">
                <a16:creationId xmlns:a16="http://schemas.microsoft.com/office/drawing/2014/main" id="{E47D84C4-6C26-4817-9D86-56BA56E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685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Wafer Collection Concept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B77334D-5D32-407C-84F6-248021D4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비정상 상황의 잔류 Wafer를 회수하여 S-LP의 원래 Carrier·Original Slot으로 복귀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FD11D3C2-6DD3-45B1-8AD2-B0E3E754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726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5A32F14-43F9-4BDF-A636-A561C24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77425"/>
            <a:ext cx="1438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Wafer Collection / Engineering Concept / REV04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B7EA85D-E13D-4FC4-8033-B22982C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8774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01 / 05</a:t>
            </a:r>
          </a:p>
        </p:txBody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2DCA7433-45C7-4ECA-BBEF-2585864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9FC110A-6093-4DFD-AF39-6B3EF2AD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Batch 영역 공급</a:t>
            </a:r>
          </a:p>
        </p:txBody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26E38F83-16BE-4621-A106-AB70554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6712433F-BAD5-4E0A-BDBE-8B930EA9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1239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후단 Wafer 회수 경로</a:t>
            </a:r>
          </a:p>
        </p:txBody>
      </p:sp>
      <p:sp>
        <p:nvSpPr>
          <p:cNvPr id="10" name="anchor-10">
            <a:extLst xmlns:a="http://schemas.openxmlformats.org/drawingml/2006/main">
              <a:ext uri="{FF2B5EF4-FFF2-40B4-BE49-F238E27FC236}">
                <a16:creationId xmlns:a16="http://schemas.microsoft.com/office/drawing/2014/main" id="{2767D251-6D69-4B4E-8CB9-0837C83C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8814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anchor-11">
            <a:extLst xmlns:a="http://schemas.openxmlformats.org/drawingml/2006/main">
              <a:ext uri="{FF2B5EF4-FFF2-40B4-BE49-F238E27FC236}">
                <a16:creationId xmlns:a16="http://schemas.microsoft.com/office/drawing/2014/main" id="{645832A7-03F2-4816-863C-C6D2F114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38814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24263" y="3886201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none" w="med" len="med"/>
          </a:ln>
        </p:spPr>
      </p:cxnSp>
      <p:sp>
        <p:nvSpPr>
          <p:cNvPr id="13" name="anchor-12">
            <a:extLst xmlns:a="http://schemas.openxmlformats.org/drawingml/2006/main">
              <a:ext uri="{FF2B5EF4-FFF2-40B4-BE49-F238E27FC236}">
                <a16:creationId xmlns:a16="http://schemas.microsoft.com/office/drawing/2014/main" id="{7CDEB034-9CB5-4D2F-AF91-B7B0546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38814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anchor-13">
            <a:extLst xmlns:a="http://schemas.openxmlformats.org/drawingml/2006/main">
              <a:ext uri="{FF2B5EF4-FFF2-40B4-BE49-F238E27FC236}">
                <a16:creationId xmlns:a16="http://schemas.microsoft.com/office/drawing/2014/main" id="{541E9C2D-E0C0-44F3-AA8E-5E3B6987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333876" y="3890963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none" w="med" len="med"/>
          </a:ln>
        </p:spPr>
      </p:cxnSp>
      <p:sp>
        <p:nvSpPr>
          <p:cNvPr id="16" name="anchor-14">
            <a:extLst xmlns:a="http://schemas.openxmlformats.org/drawingml/2006/main">
              <a:ext uri="{FF2B5EF4-FFF2-40B4-BE49-F238E27FC236}">
                <a16:creationId xmlns:a16="http://schemas.microsoft.com/office/drawing/2014/main" id="{89AB8FF4-1987-4798-AAB4-AC5D876D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anchor-15">
            <a:extLst xmlns:a="http://schemas.openxmlformats.org/drawingml/2006/main">
              <a:ext uri="{FF2B5EF4-FFF2-40B4-BE49-F238E27FC236}">
                <a16:creationId xmlns:a16="http://schemas.microsoft.com/office/drawing/2014/main" id="{1E9EDF17-3CB8-4E34-B5A6-A766CF38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738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338638" y="5086351"/>
            <a:ext cx="1943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triangle" w="med" len="med"/>
          </a:ln>
        </p:spPr>
      </p:cxnSp>
      <p:sp>
        <p:nvSpPr>
          <p:cNvPr id="19" name="anchor-16">
            <a:extLst xmlns:a="http://schemas.openxmlformats.org/drawingml/2006/main">
              <a:ext uri="{FF2B5EF4-FFF2-40B4-BE49-F238E27FC236}">
                <a16:creationId xmlns:a16="http://schemas.microsoft.com/office/drawing/2014/main" id="{EDA54B0A-63EC-405E-BDD4-C8026EEA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6243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anchor-17">
            <a:extLst xmlns:a="http://schemas.openxmlformats.org/drawingml/2006/main">
              <a:ext uri="{FF2B5EF4-FFF2-40B4-BE49-F238E27FC236}">
                <a16:creationId xmlns:a16="http://schemas.microsoft.com/office/drawing/2014/main" id="{82C020D9-08A0-4FAE-A5EB-622907D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6243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624263" y="6248401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none" w="med" len="med"/>
          </a:ln>
        </p:spPr>
      </p:cxnSp>
      <p:sp>
        <p:nvSpPr>
          <p:cNvPr id="22" name="anchor-18">
            <a:extLst xmlns:a="http://schemas.openxmlformats.org/drawingml/2006/main">
              <a:ext uri="{FF2B5EF4-FFF2-40B4-BE49-F238E27FC236}">
                <a16:creationId xmlns:a16="http://schemas.microsoft.com/office/drawing/2014/main" id="{ED7928E1-7128-4FE0-9087-3F4F3CCB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6243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anchor-19">
            <a:extLst xmlns:a="http://schemas.openxmlformats.org/drawingml/2006/main">
              <a:ext uri="{FF2B5EF4-FFF2-40B4-BE49-F238E27FC236}">
                <a16:creationId xmlns:a16="http://schemas.microsoft.com/office/drawing/2014/main" id="{C2CA032B-8A85-439A-81C0-6837775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8" name=""/>
          <p:cNvCxnSpPr>
            <a:stCxn xmlns:a="http://schemas.openxmlformats.org/drawingml/2006/main" id="22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4333876" y="5091113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none" w="med" len="med"/>
          </a:ln>
        </p:spPr>
      </p:cxnSp>
      <p:sp>
        <p:nvSpPr>
          <p:cNvPr id="25" name="anchor-20">
            <a:extLst xmlns:a="http://schemas.openxmlformats.org/drawingml/2006/main">
              <a:ext uri="{FF2B5EF4-FFF2-40B4-BE49-F238E27FC236}">
                <a16:creationId xmlns:a16="http://schemas.microsoft.com/office/drawing/2014/main" id="{0943C149-42DF-4834-940D-B2D9058C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238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anchor-21">
            <a:extLst xmlns:a="http://schemas.openxmlformats.org/drawingml/2006/main">
              <a:ext uri="{FF2B5EF4-FFF2-40B4-BE49-F238E27FC236}">
                <a16:creationId xmlns:a16="http://schemas.microsoft.com/office/drawing/2014/main" id="{4A97C74C-EF89-4CAC-AFD8-3881157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529763" y="5086351"/>
            <a:ext cx="1800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28" name="anchor-22">
            <a:extLst xmlns:a="http://schemas.openxmlformats.org/drawingml/2006/main">
              <a:ext uri="{FF2B5EF4-FFF2-40B4-BE49-F238E27FC236}">
                <a16:creationId xmlns:a16="http://schemas.microsoft.com/office/drawing/2014/main" id="{B7FBCB8A-2977-4BFF-ADB0-6E242D63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38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anchor-23">
            <a:extLst xmlns:a="http://schemas.openxmlformats.org/drawingml/2006/main">
              <a:ext uri="{FF2B5EF4-FFF2-40B4-BE49-F238E27FC236}">
                <a16:creationId xmlns:a16="http://schemas.microsoft.com/office/drawing/2014/main" id="{F58DC476-C077-4D0B-ABF0-EB5FA4D4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238" y="5081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3339763" y="5086351"/>
            <a:ext cx="1895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31" name="anchor-24">
            <a:extLst xmlns:a="http://schemas.openxmlformats.org/drawingml/2006/main">
              <a:ext uri="{FF2B5EF4-FFF2-40B4-BE49-F238E27FC236}">
                <a16:creationId xmlns:a16="http://schemas.microsoft.com/office/drawing/2014/main" id="{C4757100-486A-4876-B003-76617B34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8238" y="5843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nchor-25">
            <a:extLst xmlns:a="http://schemas.openxmlformats.org/drawingml/2006/main">
              <a:ext uri="{FF2B5EF4-FFF2-40B4-BE49-F238E27FC236}">
                <a16:creationId xmlns:a16="http://schemas.microsoft.com/office/drawing/2014/main" id="{AAB1CC6B-B7B6-4500-B49B-93021D5A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8238" y="71580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7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6383001" y="5853113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34" name="process-26">
            <a:extLst xmlns:a="http://schemas.openxmlformats.org/drawingml/2006/main">
              <a:ext uri="{FF2B5EF4-FFF2-40B4-BE49-F238E27FC236}">
                <a16:creationId xmlns:a16="http://schemas.microsoft.com/office/drawing/2014/main" id="{9177298E-5606-4618-AB5C-C7684226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677D"/>
            </a:solidFill>
            <a:prstDash val="solid"/>
          </a:ln>
        </p:spPr>
      </p:sp>
      <p:sp>
        <p:nvSpPr>
          <p:cNvPr id="35" name="text-27">
            <a:extLst xmlns:a="http://schemas.openxmlformats.org/drawingml/2006/main">
              <a:ext uri="{FF2B5EF4-FFF2-40B4-BE49-F238E27FC236}">
                <a16:creationId xmlns:a16="http://schemas.microsoft.com/office/drawing/2014/main" id="{F6D3351A-DED2-4EA4-8AF3-06CFB1F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Batch 내부</a:t>
            </a:r>
          </a:p>
          <a:p xmlns:a="http://schemas.openxmlformats.org/drawingml/2006/main">
            <a:pPr algn="ctr">
              <a:defRPr sz="27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Next CJ</a:t>
            </a:r>
          </a:p>
        </p:txBody>
      </p:sp>
      <p:sp>
        <p:nvSpPr>
          <p:cNvPr id="36" name="process-28">
            <a:extLst xmlns:a="http://schemas.openxmlformats.org/drawingml/2006/main">
              <a:ext uri="{FF2B5EF4-FFF2-40B4-BE49-F238E27FC236}">
                <a16:creationId xmlns:a16="http://schemas.microsoft.com/office/drawing/2014/main" id="{09E7DB8C-63A9-45C6-8FB4-F29D3288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727D"/>
            </a:solidFill>
            <a:prstDash val="solid"/>
          </a:ln>
        </p:spPr>
      </p:sp>
      <p:sp>
        <p:nvSpPr>
          <p:cNvPr id="37" name="text-29">
            <a:extLst xmlns:a="http://schemas.openxmlformats.org/drawingml/2006/main">
              <a:ext uri="{FF2B5EF4-FFF2-40B4-BE49-F238E27FC236}">
                <a16:creationId xmlns:a16="http://schemas.microsoft.com/office/drawing/2014/main" id="{FE26F504-E453-4C0D-A4F1-C138333F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InBuffer</a:t>
            </a:r>
          </a:p>
          <a:p xmlns:a="http://schemas.openxmlformats.org/drawingml/2006/main">
            <a:pPr algn="ctr">
              <a:defRPr sz="27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(BM2)</a:t>
            </a:r>
          </a:p>
        </p:txBody>
      </p:sp>
      <p:sp>
        <p:nvSpPr>
          <p:cNvPr id="38" name="end-30">
            <a:extLst xmlns:a="http://schemas.openxmlformats.org/drawingml/2006/main">
              <a:ext uri="{FF2B5EF4-FFF2-40B4-BE49-F238E27FC236}">
                <a16:creationId xmlns:a16="http://schemas.microsoft.com/office/drawing/2014/main" id="{34EF4B54-3420-44A5-A7E2-2D85E172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34A6E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39" name="text-31">
            <a:extLst xmlns:a="http://schemas.openxmlformats.org/drawingml/2006/main">
              <a:ext uri="{FF2B5EF4-FFF2-40B4-BE49-F238E27FC236}">
                <a16:creationId xmlns:a16="http://schemas.microsoft.com/office/drawing/2014/main" id="{CB809A27-33C0-4D70-AF1B-92D196B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7197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Dipping Buffer</a:t>
            </a:r>
          </a:p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(BM3)</a:t>
            </a:r>
          </a:p>
        </p:txBody>
      </p:sp>
      <p:sp>
        <p:nvSpPr>
          <p:cNvPr id="40" name="process-32">
            <a:extLst xmlns:a="http://schemas.openxmlformats.org/drawingml/2006/main">
              <a:ext uri="{FF2B5EF4-FFF2-40B4-BE49-F238E27FC236}">
                <a16:creationId xmlns:a16="http://schemas.microsoft.com/office/drawing/2014/main" id="{546D44C3-D3AA-4973-8C61-B977060E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148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41" name="text-33">
            <a:extLst xmlns:a="http://schemas.openxmlformats.org/drawingml/2006/main">
              <a:ext uri="{FF2B5EF4-FFF2-40B4-BE49-F238E27FC236}">
                <a16:creationId xmlns:a16="http://schemas.microsoft.com/office/drawing/2014/main" id="{85DA2C89-3E8F-428D-B55D-B43B709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62475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BM1</a:t>
            </a:r>
          </a:p>
        </p:txBody>
      </p:sp>
      <p:sp>
        <p:nvSpPr>
          <p:cNvPr id="42" name="process-34">
            <a:extLst xmlns:a="http://schemas.openxmlformats.org/drawingml/2006/main">
              <a:ext uri="{FF2B5EF4-FFF2-40B4-BE49-F238E27FC236}">
                <a16:creationId xmlns:a16="http://schemas.microsoft.com/office/drawing/2014/main" id="{B1999B81-FCDA-490B-8D68-E1416809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32435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6729"/>
            </a:solidFill>
            <a:prstDash val="solid"/>
          </a:ln>
        </p:spPr>
      </p:sp>
      <p:sp>
        <p:nvSpPr>
          <p:cNvPr id="43" name="text-35">
            <a:extLst xmlns:a="http://schemas.openxmlformats.org/drawingml/2006/main">
              <a:ext uri="{FF2B5EF4-FFF2-40B4-BE49-F238E27FC236}">
                <a16:creationId xmlns:a16="http://schemas.microsoft.com/office/drawing/2014/main" id="{98DCF920-F337-49F9-96A3-52CBA278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4371975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PM Dry</a:t>
            </a:r>
          </a:p>
        </p:txBody>
      </p:sp>
      <p:sp>
        <p:nvSpPr>
          <p:cNvPr id="44" name="end-36">
            <a:extLst xmlns:a="http://schemas.openxmlformats.org/drawingml/2006/main">
              <a:ext uri="{FF2B5EF4-FFF2-40B4-BE49-F238E27FC236}">
                <a16:creationId xmlns:a16="http://schemas.microsoft.com/office/drawing/2014/main" id="{023E672F-A599-479A-8124-01228EA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162800"/>
            <a:ext cx="35242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73042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45" name="text-37">
            <a:extLst xmlns:a="http://schemas.openxmlformats.org/drawingml/2006/main">
              <a:ext uri="{FF2B5EF4-FFF2-40B4-BE49-F238E27FC236}">
                <a16:creationId xmlns:a16="http://schemas.microsoft.com/office/drawing/2014/main" id="{C81AE5DF-C5C7-4DEB-B2A4-F9CC6A41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210425"/>
            <a:ext cx="314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S-LP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원래 Carrier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Original Slot</a:t>
            </a:r>
          </a:p>
        </p:txBody>
      </p:sp>
      <p:sp>
        <p:nvSpPr>
          <p:cNvPr id="46" name="text-38">
            <a:extLst xmlns:a="http://schemas.openxmlformats.org/drawingml/2006/main">
              <a:ext uri="{FF2B5EF4-FFF2-40B4-BE49-F238E27FC236}">
                <a16:creationId xmlns:a16="http://schemas.microsoft.com/office/drawing/2014/main" id="{F57A5B55-01E5-462A-B968-6A492008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76675"/>
            <a:ext cx="171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Batch 제어</a:t>
            </a:r>
          </a:p>
          <a:p xmlns:a="http://schemas.openxmlformats.org/drawingml/2006/main">
            <a:pPr algn="ctr">
              <a:def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WTR</a:t>
            </a:r>
          </a:p>
        </p:txBody>
      </p:sp>
      <p:sp>
        <p:nvSpPr>
          <p:cNvPr id="47" name="text-39">
            <a:extLst xmlns:a="http://schemas.openxmlformats.org/drawingml/2006/main">
              <a:ext uri="{FF2B5EF4-FFF2-40B4-BE49-F238E27FC236}">
                <a16:creationId xmlns:a16="http://schemas.microsoft.com/office/drawing/2014/main" id="{A116FED4-64BA-46A9-9289-077736F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5770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ATR2</a:t>
            </a:r>
          </a:p>
        </p:txBody>
      </p:sp>
      <p:sp>
        <p:nvSpPr>
          <p:cNvPr id="48" name="text-40">
            <a:extLst xmlns:a="http://schemas.openxmlformats.org/drawingml/2006/main">
              <a:ext uri="{FF2B5EF4-FFF2-40B4-BE49-F238E27FC236}">
                <a16:creationId xmlns:a16="http://schemas.microsoft.com/office/drawing/2014/main" id="{3CF4CCD2-F9F0-4503-831A-8C22E48F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457700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MTR</a:t>
            </a:r>
          </a:p>
        </p:txBody>
      </p:sp>
      <p:sp>
        <p:nvSpPr>
          <p:cNvPr id="49" name="text-41">
            <a:extLst xmlns:a="http://schemas.openxmlformats.org/drawingml/2006/main">
              <a:ext uri="{FF2B5EF4-FFF2-40B4-BE49-F238E27FC236}">
                <a16:creationId xmlns:a16="http://schemas.microsoft.com/office/drawing/2014/main" id="{624519DC-92E5-41E8-8D39-F452A9FB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3975" y="6229350"/>
            <a:ext cx="962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MTR</a:t>
            </a:r>
          </a:p>
        </p:txBody>
      </p:sp>
      <p:sp>
        <p:nvSpPr>
          <p:cNvPr id="50" name="text-42">
            <a:extLst xmlns:a="http://schemas.openxmlformats.org/drawingml/2006/main">
              <a:ext uri="{FF2B5EF4-FFF2-40B4-BE49-F238E27FC236}">
                <a16:creationId xmlns:a16="http://schemas.microsoft.com/office/drawing/2014/main" id="{E130D1A0-83B7-4A55-B945-A7D3612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531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Collection Hub</a:t>
            </a:r>
          </a:p>
        </p:txBody>
      </p:sp>
      <p:sp>
        <p:nvSpPr>
          <p:cNvPr id="51" name="text-43">
            <a:extLst xmlns:a="http://schemas.openxmlformats.org/drawingml/2006/main">
              <a:ext uri="{FF2B5EF4-FFF2-40B4-BE49-F238E27FC236}">
                <a16:creationId xmlns:a16="http://schemas.microsoft.com/office/drawing/2014/main" id="{F464A01F-FA59-462E-94F8-09D36286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91425"/>
            <a:ext cx="1247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기존 후단 Wafer는 현재 위치에서 수거를 이어감</a:t>
            </a:r>
          </a:p>
        </p:txBody>
      </p:sp>
      <p:sp>
        <p:nvSpPr>
          <p:cNvPr id="52" name="text-44">
            <a:extLst xmlns:a="http://schemas.openxmlformats.org/drawingml/2006/main">
              <a:ext uri="{FF2B5EF4-FFF2-40B4-BE49-F238E27FC236}">
                <a16:creationId xmlns:a16="http://schemas.microsoft.com/office/drawing/2014/main" id="{D6EBF12F-9F1B-4F2C-AA58-9CD744C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43900"/>
            <a:ext cx="1247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Buffer·PM·LP = Wafer 위치     /     화살표 위 로봇 = 이송 담당</a:t>
            </a:r>
          </a:p>
        </p:txBody>
      </p:sp>
      <p:sp>
        <p:nvSpPr>
          <p:cNvPr id="53" name="shape-45">
            <a:extLst xmlns:a="http://schemas.openxmlformats.org/drawingml/2006/main">
              <a:ext uri="{FF2B5EF4-FFF2-40B4-BE49-F238E27FC236}">
                <a16:creationId xmlns:a16="http://schemas.microsoft.com/office/drawing/2014/main" id="{72EA63AA-DA93-48CA-9168-808B78D6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58275"/>
            <a:ext cx="16764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-46">
            <a:extLst xmlns:a="http://schemas.openxmlformats.org/drawingml/2006/main">
              <a:ext uri="{FF2B5EF4-FFF2-40B4-BE49-F238E27FC236}">
                <a16:creationId xmlns:a16="http://schemas.microsoft.com/office/drawing/2014/main" id="{3E8E580B-F940-46BA-9D4D-303D19F8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96375"/>
            <a:ext cx="1628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Dipping 진입부터 Wet  →  복귀 전 PM Dry 필수</a:t>
            </a:r>
          </a:p>
        </p:txBody>
      </p:sp>
    </p:spTree>
    <p:extLst>
      <p:ext uri="{BB962C8B-B14F-4D97-AF65-F5344CB8AC3E}">
        <p14:creationId xmlns:p14="http://schemas.microsoft.com/office/powerpoint/2010/main" val="643852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text-47">
            <a:extLst xmlns:a="http://schemas.openxmlformats.org/drawingml/2006/main">
              <a:ext uri="{FF2B5EF4-FFF2-40B4-BE49-F238E27FC236}">
                <a16:creationId xmlns:a16="http://schemas.microsoft.com/office/drawing/2014/main" id="{01464B3D-C4C4-4248-8D7A-D5EC2186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685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Collection Strategy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05D1FB23-22AC-4A5F-875D-3DE4A1D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Dipping Buffer를 중심으로 공급 대상을 바꾸며 동일한 공통 수거 로직을 재사용</a:t>
            </a:r>
          </a:p>
        </p:txBody>
      </p:sp>
      <p:sp>
        <p:nvSpPr>
          <p:cNvPr id="3" name="shape-49">
            <a:extLst xmlns:a="http://schemas.openxmlformats.org/drawingml/2006/main">
              <a:ext uri="{FF2B5EF4-FFF2-40B4-BE49-F238E27FC236}">
                <a16:creationId xmlns:a16="http://schemas.microsoft.com/office/drawing/2014/main" id="{69F69C0B-61ED-4E3F-8CFC-E5B1DB3D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726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0">
            <a:extLst xmlns:a="http://schemas.openxmlformats.org/drawingml/2006/main">
              <a:ext uri="{FF2B5EF4-FFF2-40B4-BE49-F238E27FC236}">
                <a16:creationId xmlns:a16="http://schemas.microsoft.com/office/drawing/2014/main" id="{0C9A28AF-4114-4917-BFB5-541C781E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77425"/>
            <a:ext cx="1438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Wafer Collection / Engineering Concept / REV04</a:t>
            </a:r>
          </a:p>
        </p:txBody>
      </p:sp>
      <p:sp>
        <p:nvSpPr>
          <p:cNvPr id="5" name="text-51">
            <a:extLst xmlns:a="http://schemas.openxmlformats.org/drawingml/2006/main">
              <a:ext uri="{FF2B5EF4-FFF2-40B4-BE49-F238E27FC236}">
                <a16:creationId xmlns:a16="http://schemas.microsoft.com/office/drawing/2014/main" id="{7AFBA454-6625-47E0-B516-E39E5B54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8774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02 / 05</a:t>
            </a:r>
          </a:p>
        </p:txBody>
      </p:sp>
      <p:sp>
        <p:nvSpPr>
          <p:cNvPr id="6" name="shape-52">
            <a:extLst xmlns:a="http://schemas.openxmlformats.org/drawingml/2006/main">
              <a:ext uri="{FF2B5EF4-FFF2-40B4-BE49-F238E27FC236}">
                <a16:creationId xmlns:a16="http://schemas.microsoft.com/office/drawing/2014/main" id="{16FE6DEF-2D8B-44DD-B8B8-C6D49D88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3">
            <a:extLst xmlns:a="http://schemas.openxmlformats.org/drawingml/2006/main">
              <a:ext uri="{FF2B5EF4-FFF2-40B4-BE49-F238E27FC236}">
                <a16:creationId xmlns:a16="http://schemas.microsoft.com/office/drawing/2014/main" id="{469496C6-4264-4492-8E68-B9326D6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Phase 1</a:t>
            </a:r>
          </a:p>
        </p:txBody>
      </p:sp>
      <p:sp>
        <p:nvSpPr>
          <p:cNvPr id="8" name="shape-54">
            <a:extLst xmlns:a="http://schemas.openxmlformats.org/drawingml/2006/main">
              <a:ext uri="{FF2B5EF4-FFF2-40B4-BE49-F238E27FC236}">
                <a16:creationId xmlns:a16="http://schemas.microsoft.com/office/drawing/2014/main" id="{1B98A626-8E11-419F-81CD-D23E176B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55">
            <a:extLst xmlns:a="http://schemas.openxmlformats.org/drawingml/2006/main">
              <a:ext uri="{FF2B5EF4-FFF2-40B4-BE49-F238E27FC236}">
                <a16:creationId xmlns:a16="http://schemas.microsoft.com/office/drawing/2014/main" id="{809C910E-AF59-42A5-A6E4-697A224B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Phase 2</a:t>
            </a:r>
          </a:p>
        </p:txBody>
      </p:sp>
      <p:sp>
        <p:nvSpPr>
          <p:cNvPr id="10" name="shape-56">
            <a:extLst xmlns:a="http://schemas.openxmlformats.org/drawingml/2006/main">
              <a:ext uri="{FF2B5EF4-FFF2-40B4-BE49-F238E27FC236}">
                <a16:creationId xmlns:a16="http://schemas.microsoft.com/office/drawing/2014/main" id="{AE236368-36E9-4A56-9482-7EFC6571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38375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57">
            <a:extLst xmlns:a="http://schemas.openxmlformats.org/drawingml/2006/main">
              <a:ext uri="{FF2B5EF4-FFF2-40B4-BE49-F238E27FC236}">
                <a16:creationId xmlns:a16="http://schemas.microsoft.com/office/drawing/2014/main" id="{EC0C0561-D450-44A0-A109-668C8BCB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37172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Phase 3</a:t>
            </a:r>
          </a:p>
        </p:txBody>
      </p:sp>
      <p:sp>
        <p:nvSpPr>
          <p:cNvPr id="12" name="text-58">
            <a:extLst xmlns:a="http://schemas.openxmlformats.org/drawingml/2006/main">
              <a:ext uri="{FF2B5EF4-FFF2-40B4-BE49-F238E27FC236}">
                <a16:creationId xmlns:a16="http://schemas.microsoft.com/office/drawing/2014/main" id="{5A5B3C43-FF83-4658-9599-F7E73E3F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Dipping Buffer·후단</a:t>
            </a:r>
          </a:p>
        </p:txBody>
      </p:sp>
      <p:sp>
        <p:nvSpPr>
          <p:cNvPr id="13" name="text-59">
            <a:extLst xmlns:a="http://schemas.openxmlformats.org/drawingml/2006/main">
              <a:ext uri="{FF2B5EF4-FFF2-40B4-BE49-F238E27FC236}">
                <a16:creationId xmlns:a16="http://schemas.microsoft.com/office/drawing/2014/main" id="{CEAEF5FD-0C3F-4B36-984E-F38678ED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Batch CJ</a:t>
            </a:r>
          </a:p>
        </p:txBody>
      </p:sp>
      <p:sp>
        <p:nvSpPr>
          <p:cNvPr id="14" name="text-60">
            <a:extLst xmlns:a="http://schemas.openxmlformats.org/drawingml/2006/main">
              <a:ext uri="{FF2B5EF4-FFF2-40B4-BE49-F238E27FC236}">
                <a16:creationId xmlns:a16="http://schemas.microsoft.com/office/drawing/2014/main" id="{4D9DD1B1-89D3-448B-9CC0-A7B933C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0289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InBuffer 최종</a:t>
            </a:r>
          </a:p>
        </p:txBody>
      </p:sp>
      <p:sp>
        <p:nvSpPr>
          <p:cNvPr id="15" name="anchor-61">
            <a:extLst xmlns:a="http://schemas.openxmlformats.org/drawingml/2006/main">
              <a:ext uri="{FF2B5EF4-FFF2-40B4-BE49-F238E27FC236}">
                <a16:creationId xmlns:a16="http://schemas.microsoft.com/office/drawing/2014/main" id="{7A5CF58B-B0B7-4A9C-A262-6D3048C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3471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anchor-62">
            <a:extLst xmlns:a="http://schemas.openxmlformats.org/drawingml/2006/main">
              <a:ext uri="{FF2B5EF4-FFF2-40B4-BE49-F238E27FC236}">
                <a16:creationId xmlns:a16="http://schemas.microsoft.com/office/drawing/2014/main" id="{78D584EA-970C-463C-AE15-4221B39F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488" y="3471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529263" y="3476626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3042"/>
            </a:solidFill>
            <a:prstDash val="solid"/>
            <a:tailEnd type="triangle" w="med" len="med"/>
          </a:ln>
        </p:spPr>
      </p:cxnSp>
      <p:sp>
        <p:nvSpPr>
          <p:cNvPr id="18" name="anchor-63">
            <a:extLst xmlns:a="http://schemas.openxmlformats.org/drawingml/2006/main">
              <a:ext uri="{FF2B5EF4-FFF2-40B4-BE49-F238E27FC236}">
                <a16:creationId xmlns:a16="http://schemas.microsoft.com/office/drawing/2014/main" id="{2974C3FC-33F4-428A-9A68-6D697F58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488" y="3471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anchor-64">
            <a:extLst xmlns:a="http://schemas.openxmlformats.org/drawingml/2006/main">
              <a:ext uri="{FF2B5EF4-FFF2-40B4-BE49-F238E27FC236}">
                <a16:creationId xmlns:a16="http://schemas.microsoft.com/office/drawing/2014/main" id="{FA960222-E9F7-46D9-BF7D-54C8BE4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238" y="3471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530013" y="3476626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3042"/>
            </a:solidFill>
            <a:prstDash val="solid"/>
            <a:tailEnd type="triangle" w="med" len="med"/>
          </a:ln>
        </p:spPr>
      </p:cxnSp>
      <p:sp>
        <p:nvSpPr>
          <p:cNvPr id="21" name="anchor-65">
            <a:extLst xmlns:a="http://schemas.openxmlformats.org/drawingml/2006/main">
              <a:ext uri="{FF2B5EF4-FFF2-40B4-BE49-F238E27FC236}">
                <a16:creationId xmlns:a16="http://schemas.microsoft.com/office/drawing/2014/main" id="{98158322-ABE0-41CB-8159-B865AE5F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5224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anchor-66">
            <a:extLst xmlns:a="http://schemas.openxmlformats.org/drawingml/2006/main">
              <a:ext uri="{FF2B5EF4-FFF2-40B4-BE49-F238E27FC236}">
                <a16:creationId xmlns:a16="http://schemas.microsoft.com/office/drawing/2014/main" id="{0A9C9A1E-D0C0-422A-A85C-7FA947FA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7272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143251" y="5233988"/>
            <a:ext cx="0" cy="2038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24" name="anchor-67">
            <a:extLst xmlns:a="http://schemas.openxmlformats.org/drawingml/2006/main">
              <a:ext uri="{FF2B5EF4-FFF2-40B4-BE49-F238E27FC236}">
                <a16:creationId xmlns:a16="http://schemas.microsoft.com/office/drawing/2014/main" id="{41A43FF0-EC60-4359-AC94-7BB5560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224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anchor-68">
            <a:extLst xmlns:a="http://schemas.openxmlformats.org/drawingml/2006/main">
              <a:ext uri="{FF2B5EF4-FFF2-40B4-BE49-F238E27FC236}">
                <a16:creationId xmlns:a16="http://schemas.microsoft.com/office/drawing/2014/main" id="{BECB1718-878B-43E1-9291-5685A34D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519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144001" y="5233988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triangle" w="med" len="med"/>
          </a:ln>
        </p:spPr>
      </p:cxnSp>
      <p:sp>
        <p:nvSpPr>
          <p:cNvPr id="27" name="anchor-69">
            <a:extLst xmlns:a="http://schemas.openxmlformats.org/drawingml/2006/main">
              <a:ext uri="{FF2B5EF4-FFF2-40B4-BE49-F238E27FC236}">
                <a16:creationId xmlns:a16="http://schemas.microsoft.com/office/drawing/2014/main" id="{98D4F11F-1170-4DFA-96DE-500A79F9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6262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anchor-70">
            <a:extLst xmlns:a="http://schemas.openxmlformats.org/drawingml/2006/main">
              <a:ext uri="{FF2B5EF4-FFF2-40B4-BE49-F238E27FC236}">
                <a16:creationId xmlns:a16="http://schemas.microsoft.com/office/drawing/2014/main" id="{73934EFE-778B-43F5-98F9-D718409D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7272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9144001" y="6272213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triangle" w="med" len="med"/>
          </a:ln>
        </p:spPr>
      </p:cxnSp>
      <p:sp>
        <p:nvSpPr>
          <p:cNvPr id="30" name="anchor-71">
            <a:extLst xmlns:a="http://schemas.openxmlformats.org/drawingml/2006/main">
              <a:ext uri="{FF2B5EF4-FFF2-40B4-BE49-F238E27FC236}">
                <a16:creationId xmlns:a16="http://schemas.microsoft.com/office/drawing/2014/main" id="{6A64DF7C-40A7-4020-B13A-9A77D2CB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88" y="5224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anchor-72">
            <a:extLst xmlns:a="http://schemas.openxmlformats.org/drawingml/2006/main">
              <a:ext uri="{FF2B5EF4-FFF2-40B4-BE49-F238E27FC236}">
                <a16:creationId xmlns:a16="http://schemas.microsoft.com/office/drawing/2014/main" id="{6F82E104-1C95-4A67-925E-55419AE4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88" y="5519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5144751" y="5233988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33" name="anchor-73">
            <a:extLst xmlns:a="http://schemas.openxmlformats.org/drawingml/2006/main">
              <a:ext uri="{FF2B5EF4-FFF2-40B4-BE49-F238E27FC236}">
                <a16:creationId xmlns:a16="http://schemas.microsoft.com/office/drawing/2014/main" id="{CB7CF1D8-8F0E-4252-968D-65497648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88" y="6262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anchor-74">
            <a:extLst xmlns:a="http://schemas.openxmlformats.org/drawingml/2006/main">
              <a:ext uri="{FF2B5EF4-FFF2-40B4-BE49-F238E27FC236}">
                <a16:creationId xmlns:a16="http://schemas.microsoft.com/office/drawing/2014/main" id="{BF54019B-2DB9-4419-814A-4650D846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88" y="7272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8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5144751" y="6272213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36" name="process-75">
            <a:extLst xmlns:a="http://schemas.openxmlformats.org/drawingml/2006/main">
              <a:ext uri="{FF2B5EF4-FFF2-40B4-BE49-F238E27FC236}">
                <a16:creationId xmlns:a16="http://schemas.microsoft.com/office/drawing/2014/main" id="{19B9F892-D6A6-446D-A7B5-340867A0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4762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37" name="text-76">
            <a:extLst xmlns:a="http://schemas.openxmlformats.org/drawingml/2006/main">
              <a:ext uri="{FF2B5EF4-FFF2-40B4-BE49-F238E27FC236}">
                <a16:creationId xmlns:a16="http://schemas.microsoft.com/office/drawing/2014/main" id="{B4521747-C5CD-410A-B7A4-3DCD1C06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현재 위치의 Wafer</a:t>
            </a:r>
          </a:p>
        </p:txBody>
      </p:sp>
      <p:sp>
        <p:nvSpPr>
          <p:cNvPr id="38" name="request-77">
            <a:extLst xmlns:a="http://schemas.openxmlformats.org/drawingml/2006/main">
              <a:ext uri="{FF2B5EF4-FFF2-40B4-BE49-F238E27FC236}">
                <a16:creationId xmlns:a16="http://schemas.microsoft.com/office/drawing/2014/main" id="{577B3611-45E6-4DC9-9C1B-9EA7D57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762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65F87"/>
            </a:solidFill>
            <a:prstDash val="solid"/>
          </a:ln>
        </p:spPr>
      </p:sp>
      <p:sp>
        <p:nvSpPr>
          <p:cNvPr id="39" name="text-78">
            <a:extLst xmlns:a="http://schemas.openxmlformats.org/drawingml/2006/main">
              <a:ext uri="{FF2B5EF4-FFF2-40B4-BE49-F238E27FC236}">
                <a16:creationId xmlns:a16="http://schemas.microsoft.com/office/drawing/2014/main" id="{90B4D5F7-2181-4D1E-8AD8-1640F138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Next CJ → Dipping Buffer</a:t>
            </a:r>
          </a:p>
          <a:p xmlns:a="http://schemas.openxmlformats.org/drawingml/2006/main">
            <a:pPr algn="ctr">
              <a:defRPr sz="240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이동 요청</a:t>
            </a:r>
          </a:p>
        </p:txBody>
      </p:sp>
      <p:sp>
        <p:nvSpPr>
          <p:cNvPr id="40" name="request-79">
            <a:extLst xmlns:a="http://schemas.openxmlformats.org/drawingml/2006/main">
              <a:ext uri="{FF2B5EF4-FFF2-40B4-BE49-F238E27FC236}">
                <a16:creationId xmlns:a16="http://schemas.microsoft.com/office/drawing/2014/main" id="{86AEDC3E-428E-476C-A059-72369A0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257675"/>
            <a:ext cx="4762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65F87"/>
            </a:solidFill>
            <a:prstDash val="solid"/>
          </a:ln>
        </p:spPr>
      </p:sp>
      <p:sp>
        <p:nvSpPr>
          <p:cNvPr id="41" name="text-80">
            <a:extLst xmlns:a="http://schemas.openxmlformats.org/drawingml/2006/main">
              <a:ext uri="{FF2B5EF4-FFF2-40B4-BE49-F238E27FC236}">
                <a16:creationId xmlns:a16="http://schemas.microsoft.com/office/drawing/2014/main" id="{62FF6C46-6D94-48D7-B34B-30FB2708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3053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InBuffer → Dipping Buffer</a:t>
            </a:r>
          </a:p>
          <a:p xmlns:a="http://schemas.openxmlformats.org/drawingml/2006/main">
            <a:pPr algn="ctr">
              <a:defRPr sz="232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이동 요청</a:t>
            </a:r>
          </a:p>
        </p:txBody>
      </p:sp>
      <p:sp>
        <p:nvSpPr>
          <p:cNvPr id="42" name="response-81">
            <a:extLst xmlns:a="http://schemas.openxmlformats.org/drawingml/2006/main">
              <a:ext uri="{FF2B5EF4-FFF2-40B4-BE49-F238E27FC236}">
                <a16:creationId xmlns:a16="http://schemas.microsoft.com/office/drawing/2014/main" id="{85C215F7-1F26-4906-86A4-FE1A335E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9050">
            <a:solidFill>
              <a:srgbClr val="47677D"/>
            </a:solidFill>
            <a:prstDash val="dash"/>
          </a:ln>
        </p:spPr>
      </p:sp>
      <p:sp>
        <p:nvSpPr>
          <p:cNvPr id="43" name="text-82">
            <a:extLst xmlns:a="http://schemas.openxmlformats.org/drawingml/2006/main">
              <a:ext uri="{FF2B5EF4-FFF2-40B4-BE49-F238E27FC236}">
                <a16:creationId xmlns:a16="http://schemas.microsoft.com/office/drawing/2014/main" id="{86DDF00C-7998-4C06-9154-D1DB71E3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72125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이동 완료 확인</a:t>
            </a:r>
          </a:p>
        </p:txBody>
      </p:sp>
      <p:sp>
        <p:nvSpPr>
          <p:cNvPr id="44" name="response-83">
            <a:extLst xmlns:a="http://schemas.openxmlformats.org/drawingml/2006/main">
              <a:ext uri="{FF2B5EF4-FFF2-40B4-BE49-F238E27FC236}">
                <a16:creationId xmlns:a16="http://schemas.microsoft.com/office/drawing/2014/main" id="{222B0D9E-9A15-43A2-A4C5-FBE29297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524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9050">
            <a:solidFill>
              <a:srgbClr val="66727D"/>
            </a:solidFill>
            <a:prstDash val="dash"/>
          </a:ln>
        </p:spPr>
      </p:sp>
      <p:sp>
        <p:nvSpPr>
          <p:cNvPr id="45" name="text-84">
            <a:extLst xmlns:a="http://schemas.openxmlformats.org/drawingml/2006/main">
              <a:ext uri="{FF2B5EF4-FFF2-40B4-BE49-F238E27FC236}">
                <a16:creationId xmlns:a16="http://schemas.microsoft.com/office/drawing/2014/main" id="{38811CB8-C6D9-4492-B8D0-98510351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572125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이동 완료 확인</a:t>
            </a:r>
          </a:p>
        </p:txBody>
      </p:sp>
      <p:sp>
        <p:nvSpPr>
          <p:cNvPr id="46" name="text-85">
            <a:extLst xmlns:a="http://schemas.openxmlformats.org/drawingml/2006/main">
              <a:ext uri="{FF2B5EF4-FFF2-40B4-BE49-F238E27FC236}">
                <a16:creationId xmlns:a16="http://schemas.microsoft.com/office/drawing/2014/main" id="{70A862CF-106C-4804-92F4-C7942358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667375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현재 위치에서</a:t>
            </a:r>
          </a:p>
          <a:p xmlns:a="http://schemas.openxmlformats.org/drawingml/2006/main">
            <a:pPr algn="l">
              <a:defRPr sz="2250" b="1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수거 시작</a:t>
            </a:r>
          </a:p>
        </p:txBody>
      </p:sp>
      <p:sp>
        <p:nvSpPr>
          <p:cNvPr id="47" name="text-86">
            <a:extLst xmlns:a="http://schemas.openxmlformats.org/drawingml/2006/main">
              <a:ext uri="{FF2B5EF4-FFF2-40B4-BE49-F238E27FC236}">
                <a16:creationId xmlns:a16="http://schemas.microsoft.com/office/drawing/2014/main" id="{7543980A-BC27-46C8-BF7E-3556AC3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381750"/>
            <a:ext cx="2143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Next CJ 있으면</a:t>
            </a:r>
          </a:p>
          <a:p xmlns:a="http://schemas.openxmlformats.org/drawingml/2006/main">
            <a:pPr algn="l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반복</a:t>
            </a:r>
          </a:p>
        </p:txBody>
      </p:sp>
      <p:sp>
        <p:nvSpPr>
          <p:cNvPr id="48" name="text-87">
            <a:extLst xmlns:a="http://schemas.openxmlformats.org/drawingml/2006/main">
              <a:ext uri="{FF2B5EF4-FFF2-40B4-BE49-F238E27FC236}">
                <a16:creationId xmlns:a16="http://schemas.microsoft.com/office/drawing/2014/main" id="{005014D3-B56A-4794-84A7-4DDB6FCF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6381750"/>
            <a:ext cx="2143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Batch CJ 완료 후</a:t>
            </a:r>
          </a:p>
          <a:p xmlns:a="http://schemas.openxmlformats.org/drawingml/2006/main">
            <a:pPr algn="l">
              <a:defRPr sz="21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마지막 수행</a:t>
            </a:r>
          </a:p>
        </p:txBody>
      </p:sp>
      <p:sp>
        <p:nvSpPr>
          <p:cNvPr id="49" name="reuse-88">
            <a:extLst xmlns:a="http://schemas.openxmlformats.org/drawingml/2006/main">
              <a:ext uri="{FF2B5EF4-FFF2-40B4-BE49-F238E27FC236}">
                <a16:creationId xmlns:a16="http://schemas.microsoft.com/office/drawing/2014/main" id="{D09CD476-7F84-4FEB-A9A1-A301FEAB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67640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50" name="shape-89">
            <a:extLst xmlns:a="http://schemas.openxmlformats.org/drawingml/2006/main">
              <a:ext uri="{FF2B5EF4-FFF2-40B4-BE49-F238E27FC236}">
                <a16:creationId xmlns:a16="http://schemas.microsoft.com/office/drawing/2014/main" id="{698553E0-632D-4C60-9B84-6A8D5C4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96150"/>
            <a:ext cx="190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hape-90">
            <a:extLst xmlns:a="http://schemas.openxmlformats.org/drawingml/2006/main">
              <a:ext uri="{FF2B5EF4-FFF2-40B4-BE49-F238E27FC236}">
                <a16:creationId xmlns:a16="http://schemas.microsoft.com/office/drawing/2014/main" id="{031A22AD-F612-4768-B420-B4684A6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7296150"/>
            <a:ext cx="190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-91">
            <a:extLst xmlns:a="http://schemas.openxmlformats.org/drawingml/2006/main">
              <a:ext uri="{FF2B5EF4-FFF2-40B4-BE49-F238E27FC236}">
                <a16:creationId xmlns:a16="http://schemas.microsoft.com/office/drawing/2014/main" id="{549ABA22-51DA-4511-9007-86445376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24725"/>
            <a:ext cx="16383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공통 수거 로직</a:t>
            </a:r>
          </a:p>
          <a:p xmlns:a="http://schemas.openxmlformats.org/drawingml/2006/main">
            <a:pPr algn="ctr">
              <a:defRPr sz="27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필요한 Dry 완료 후 원래 Carrier·Original Slot 복귀</a:t>
            </a:r>
          </a:p>
        </p:txBody>
      </p:sp>
      <p:sp>
        <p:nvSpPr>
          <p:cNvPr id="53" name="text-92">
            <a:extLst xmlns:a="http://schemas.openxmlformats.org/drawingml/2006/main">
              <a:ext uri="{FF2B5EF4-FFF2-40B4-BE49-F238E27FC236}">
                <a16:creationId xmlns:a16="http://schemas.microsoft.com/office/drawing/2014/main" id="{FB25CD51-C592-417A-BA68-807C5639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29675"/>
            <a:ext cx="1676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현재 대상 전체의 복귀 완료 후 다음 대상 공급</a:t>
            </a:r>
          </a:p>
        </p:txBody>
      </p:sp>
    </p:spTree>
    <p:extLst>
      <p:ext uri="{BB962C8B-B14F-4D97-AF65-F5344CB8AC3E}">
        <p14:creationId xmlns:p14="http://schemas.microsoft.com/office/powerpoint/2010/main" val="88508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ext-93">
            <a:extLst xmlns:a="http://schemas.openxmlformats.org/drawingml/2006/main">
              <a:ext uri="{FF2B5EF4-FFF2-40B4-BE49-F238E27FC236}">
                <a16:creationId xmlns:a16="http://schemas.microsoft.com/office/drawing/2014/main" id="{83D45497-7FB1-4A3A-8A4D-13458A6C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685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Overall Collection Scenario</a:t>
            </a:r>
          </a:p>
        </p:txBody>
      </p:sp>
      <p:sp>
        <p:nvSpPr>
          <p:cNvPr id="2" name="text-94">
            <a:extLst xmlns:a="http://schemas.openxmlformats.org/drawingml/2006/main">
              <a:ext uri="{FF2B5EF4-FFF2-40B4-BE49-F238E27FC236}">
                <a16:creationId xmlns:a16="http://schemas.microsoft.com/office/drawing/2014/main" id="{BF193722-3FB8-47B5-B630-92249ED1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대상 전체 복귀를 확인한 뒤 Next CJ를 반복 회수하고, InBuffer를 마지막으로 처리</a:t>
            </a:r>
          </a:p>
        </p:txBody>
      </p:sp>
      <p:sp>
        <p:nvSpPr>
          <p:cNvPr id="3" name="shape-95">
            <a:extLst xmlns:a="http://schemas.openxmlformats.org/drawingml/2006/main">
              <a:ext uri="{FF2B5EF4-FFF2-40B4-BE49-F238E27FC236}">
                <a16:creationId xmlns:a16="http://schemas.microsoft.com/office/drawing/2014/main" id="{1E37FF65-5A19-4010-AF37-D07731B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726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94731AE5-B4A0-42A9-BBFA-DFC4BA42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77425"/>
            <a:ext cx="1438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Wafer Collection / Engineering Concept / REV04</a:t>
            </a:r>
          </a:p>
        </p:txBody>
      </p:sp>
      <p:sp>
        <p:nvSpPr>
          <p:cNvPr id="5" name="text-97">
            <a:extLst xmlns:a="http://schemas.openxmlformats.org/drawingml/2006/main">
              <a:ext uri="{FF2B5EF4-FFF2-40B4-BE49-F238E27FC236}">
                <a16:creationId xmlns:a16="http://schemas.microsoft.com/office/drawing/2014/main" id="{36ED3839-4F2E-4ADC-A9CE-DF190739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8774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03 / 05</a:t>
            </a:r>
          </a:p>
        </p:txBody>
      </p:sp>
      <p:sp>
        <p:nvSpPr>
          <p:cNvPr id="6" name="shape-98">
            <a:extLst xmlns:a="http://schemas.openxmlformats.org/drawingml/2006/main">
              <a:ext uri="{FF2B5EF4-FFF2-40B4-BE49-F238E27FC236}">
                <a16:creationId xmlns:a16="http://schemas.microsoft.com/office/drawing/2014/main" id="{E300F9E1-E6D9-4E25-A245-FE5F6EDF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57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99">
            <a:extLst xmlns:a="http://schemas.openxmlformats.org/drawingml/2006/main">
              <a:ext uri="{FF2B5EF4-FFF2-40B4-BE49-F238E27FC236}">
                <a16:creationId xmlns:a16="http://schemas.microsoft.com/office/drawing/2014/main" id="{F16D4F67-4116-4317-B97D-0CD32D67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572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1  Dipping Buffer·후단</a:t>
            </a:r>
          </a:p>
        </p:txBody>
      </p:sp>
      <p:sp>
        <p:nvSpPr>
          <p:cNvPr id="8" name="shape-100">
            <a:extLst xmlns:a="http://schemas.openxmlformats.org/drawingml/2006/main">
              <a:ext uri="{FF2B5EF4-FFF2-40B4-BE49-F238E27FC236}">
                <a16:creationId xmlns:a16="http://schemas.microsoft.com/office/drawing/2014/main" id="{322D14DB-070E-4270-87FC-BF0F0979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478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01">
            <a:extLst xmlns:a="http://schemas.openxmlformats.org/drawingml/2006/main">
              <a:ext uri="{FF2B5EF4-FFF2-40B4-BE49-F238E27FC236}">
                <a16:creationId xmlns:a16="http://schemas.microsoft.com/office/drawing/2014/main" id="{1B25A57E-CA6D-40A1-820D-E3D11C78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2  Batch CJ</a:t>
            </a:r>
          </a:p>
        </p:txBody>
      </p:sp>
      <p:sp>
        <p:nvSpPr>
          <p:cNvPr id="10" name="shape-102">
            <a:extLst xmlns:a="http://schemas.openxmlformats.org/drawingml/2006/main">
              <a:ext uri="{FF2B5EF4-FFF2-40B4-BE49-F238E27FC236}">
                <a16:creationId xmlns:a16="http://schemas.microsoft.com/office/drawing/2014/main" id="{033DAC45-A43F-4841-BC8B-AC75346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847850"/>
            <a:ext cx="428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03">
            <a:extLst xmlns:a="http://schemas.openxmlformats.org/drawingml/2006/main">
              <a:ext uri="{FF2B5EF4-FFF2-40B4-BE49-F238E27FC236}">
                <a16:creationId xmlns:a16="http://schemas.microsoft.com/office/drawing/2014/main" id="{BEEEF080-C2A6-4B31-A60E-DFCFAFBC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981200"/>
            <a:ext cx="428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3  InBuffer 최종</a:t>
            </a:r>
          </a:p>
        </p:txBody>
      </p:sp>
      <p:sp>
        <p:nvSpPr>
          <p:cNvPr id="12" name="anchor-104">
            <a:extLst xmlns:a="http://schemas.openxmlformats.org/drawingml/2006/main">
              <a:ext uri="{FF2B5EF4-FFF2-40B4-BE49-F238E27FC236}">
                <a16:creationId xmlns:a16="http://schemas.microsoft.com/office/drawing/2014/main" id="{19A83346-CC6A-43EB-90F5-B8C1D601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3109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anchor-105">
            <a:extLst xmlns:a="http://schemas.openxmlformats.org/drawingml/2006/main">
              <a:ext uri="{FF2B5EF4-FFF2-40B4-BE49-F238E27FC236}">
                <a16:creationId xmlns:a16="http://schemas.microsoft.com/office/drawing/2014/main" id="{297AA845-F9CE-4A17-96DA-55188272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3567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6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48001" y="3119438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15" name="anchor-106">
            <a:extLst xmlns:a="http://schemas.openxmlformats.org/drawingml/2006/main">
              <a:ext uri="{FF2B5EF4-FFF2-40B4-BE49-F238E27FC236}">
                <a16:creationId xmlns:a16="http://schemas.microsoft.com/office/drawing/2014/main" id="{7670B48B-5529-4D9A-B3FE-73DF65B3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4434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anchor-107">
            <a:extLst xmlns:a="http://schemas.openxmlformats.org/drawingml/2006/main">
              <a:ext uri="{FF2B5EF4-FFF2-40B4-BE49-F238E27FC236}">
                <a16:creationId xmlns:a16="http://schemas.microsoft.com/office/drawing/2014/main" id="{39F530E5-D541-4F37-A4D6-D82D44D1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4814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9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048001" y="4452938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18" name="anchor-108">
            <a:extLst xmlns:a="http://schemas.openxmlformats.org/drawingml/2006/main">
              <a:ext uri="{FF2B5EF4-FFF2-40B4-BE49-F238E27FC236}">
                <a16:creationId xmlns:a16="http://schemas.microsoft.com/office/drawing/2014/main" id="{01C32319-86A5-4513-88FE-1BDAA59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8" y="53387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anchor-109">
            <a:extLst xmlns:a="http://schemas.openxmlformats.org/drawingml/2006/main">
              <a:ext uri="{FF2B5EF4-FFF2-40B4-BE49-F238E27FC236}">
                <a16:creationId xmlns:a16="http://schemas.microsoft.com/office/drawing/2014/main" id="{8D2B73C6-CA38-4C5D-8782-2DD0C72D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53387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938213" y="5343526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none" w="med" len="med"/>
          </a:ln>
        </p:spPr>
      </p:cxnSp>
      <p:sp>
        <p:nvSpPr>
          <p:cNvPr id="21" name="anchor-110">
            <a:extLst xmlns:a="http://schemas.openxmlformats.org/drawingml/2006/main">
              <a:ext uri="{FF2B5EF4-FFF2-40B4-BE49-F238E27FC236}">
                <a16:creationId xmlns:a16="http://schemas.microsoft.com/office/drawing/2014/main" id="{5688F687-AD65-45FD-80A9-8ABE907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53387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anchor-111">
            <a:extLst xmlns:a="http://schemas.openxmlformats.org/drawingml/2006/main">
              <a:ext uri="{FF2B5EF4-FFF2-40B4-BE49-F238E27FC236}">
                <a16:creationId xmlns:a16="http://schemas.microsoft.com/office/drawing/2014/main" id="{FBEFC35F-590F-49F4-A80C-394DBB2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5" name="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933451" y="4014788"/>
            <a:ext cx="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none" w="med" len="med"/>
          </a:ln>
        </p:spPr>
      </p:cxnSp>
      <p:sp>
        <p:nvSpPr>
          <p:cNvPr id="24" name="anchor-112">
            <a:extLst xmlns:a="http://schemas.openxmlformats.org/drawingml/2006/main">
              <a:ext uri="{FF2B5EF4-FFF2-40B4-BE49-F238E27FC236}">
                <a16:creationId xmlns:a16="http://schemas.microsoft.com/office/drawing/2014/main" id="{A3EAAB26-CFF6-41C6-A725-AB45652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anchor-113">
            <a:extLst xmlns:a="http://schemas.openxmlformats.org/drawingml/2006/main">
              <a:ext uri="{FF2B5EF4-FFF2-40B4-BE49-F238E27FC236}">
                <a16:creationId xmlns:a16="http://schemas.microsoft.com/office/drawing/2014/main" id="{108D7AA4-0E28-404F-AC28-A746E861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38213" y="4010026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27" name="text-114">
            <a:extLst xmlns:a="http://schemas.openxmlformats.org/drawingml/2006/main">
              <a:ext uri="{FF2B5EF4-FFF2-40B4-BE49-F238E27FC236}">
                <a16:creationId xmlns:a16="http://schemas.microsoft.com/office/drawing/2014/main" id="{E69E57EE-A545-4198-9BA2-14E615D8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67350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28" name="anchor-115">
            <a:extLst xmlns:a="http://schemas.openxmlformats.org/drawingml/2006/main">
              <a:ext uri="{FF2B5EF4-FFF2-40B4-BE49-F238E27FC236}">
                <a16:creationId xmlns:a16="http://schemas.microsoft.com/office/drawing/2014/main" id="{4C296AD8-5FFB-4CF6-B6B3-83471A34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5862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anchor-116">
            <a:extLst xmlns:a="http://schemas.openxmlformats.org/drawingml/2006/main">
              <a:ext uri="{FF2B5EF4-FFF2-40B4-BE49-F238E27FC236}">
                <a16:creationId xmlns:a16="http://schemas.microsoft.com/office/drawing/2014/main" id="{94B2F024-E852-4A10-BB88-6005773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6272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3048001" y="5872163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none" w="med" len="med"/>
          </a:ln>
        </p:spPr>
      </p:cxnSp>
      <p:sp>
        <p:nvSpPr>
          <p:cNvPr id="31" name="anchor-117">
            <a:extLst xmlns:a="http://schemas.openxmlformats.org/drawingml/2006/main">
              <a:ext uri="{FF2B5EF4-FFF2-40B4-BE49-F238E27FC236}">
                <a16:creationId xmlns:a16="http://schemas.microsoft.com/office/drawing/2014/main" id="{A3E78F62-77EA-4BEB-B3BB-C46AC340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6272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nchor-118">
            <a:extLst xmlns:a="http://schemas.openxmlformats.org/drawingml/2006/main">
              <a:ext uri="{FF2B5EF4-FFF2-40B4-BE49-F238E27FC236}">
                <a16:creationId xmlns:a16="http://schemas.microsoft.com/office/drawing/2014/main" id="{9327B8E2-5C7E-4AA4-840A-B4F225A4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6272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052763" y="6276976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none" w="med" len="med"/>
          </a:ln>
        </p:spPr>
      </p:cxnSp>
      <p:sp>
        <p:nvSpPr>
          <p:cNvPr id="34" name="anchor-119">
            <a:extLst xmlns:a="http://schemas.openxmlformats.org/drawingml/2006/main">
              <a:ext uri="{FF2B5EF4-FFF2-40B4-BE49-F238E27FC236}">
                <a16:creationId xmlns:a16="http://schemas.microsoft.com/office/drawing/2014/main" id="{CB31ED10-9D0A-4297-A920-D827946F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6272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anchor-120">
            <a:extLst xmlns:a="http://schemas.openxmlformats.org/drawingml/2006/main">
              <a:ext uri="{FF2B5EF4-FFF2-40B4-BE49-F238E27FC236}">
                <a16:creationId xmlns:a16="http://schemas.microsoft.com/office/drawing/2014/main" id="{8B676382-42E1-43BE-9D00-D87C901E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25765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8" name=""/>
          <p:cNvCxnSpPr>
            <a:stCxn xmlns:a="http://schemas.openxmlformats.org/drawingml/2006/main" id="34" idx="0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5857876" y="2586038"/>
            <a:ext cx="0" cy="36861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none" w="med" len="med"/>
          </a:ln>
        </p:spPr>
      </p:cxnSp>
      <p:sp>
        <p:nvSpPr>
          <p:cNvPr id="37" name="anchor-121">
            <a:extLst xmlns:a="http://schemas.openxmlformats.org/drawingml/2006/main">
              <a:ext uri="{FF2B5EF4-FFF2-40B4-BE49-F238E27FC236}">
                <a16:creationId xmlns:a16="http://schemas.microsoft.com/office/drawing/2014/main" id="{9BE8CEE9-1C03-45D8-93BA-262F45F9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25765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anchor-122">
            <a:extLst xmlns:a="http://schemas.openxmlformats.org/drawingml/2006/main">
              <a:ext uri="{FF2B5EF4-FFF2-40B4-BE49-F238E27FC236}">
                <a16:creationId xmlns:a16="http://schemas.microsoft.com/office/drawing/2014/main" id="{01E698F3-478A-445F-A0FF-4CF7F59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5765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5862638" y="2581276"/>
            <a:ext cx="3086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none" w="med" len="med"/>
          </a:ln>
        </p:spPr>
      </p:cxnSp>
      <p:sp>
        <p:nvSpPr>
          <p:cNvPr id="40" name="anchor-123">
            <a:extLst xmlns:a="http://schemas.openxmlformats.org/drawingml/2006/main">
              <a:ext uri="{FF2B5EF4-FFF2-40B4-BE49-F238E27FC236}">
                <a16:creationId xmlns:a16="http://schemas.microsoft.com/office/drawing/2014/main" id="{A4439D9D-4E41-4319-B474-AC6DFEFA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5765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anchor-124">
            <a:extLst xmlns:a="http://schemas.openxmlformats.org/drawingml/2006/main">
              <a:ext uri="{FF2B5EF4-FFF2-40B4-BE49-F238E27FC236}">
                <a16:creationId xmlns:a16="http://schemas.microsoft.com/office/drawing/2014/main" id="{C5B86764-6301-4B83-87C7-AD2D6024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6908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4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953501" y="2586038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43" name="text-125">
            <a:extLst xmlns:a="http://schemas.openxmlformats.org/drawingml/2006/main">
              <a:ext uri="{FF2B5EF4-FFF2-40B4-BE49-F238E27FC236}">
                <a16:creationId xmlns:a16="http://schemas.microsoft.com/office/drawing/2014/main" id="{5EE4B3FE-B13D-4DFB-A7C0-DFF390B9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924550"/>
            <a:ext cx="90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44" name="anchor-126">
            <a:extLst xmlns:a="http://schemas.openxmlformats.org/drawingml/2006/main">
              <a:ext uri="{FF2B5EF4-FFF2-40B4-BE49-F238E27FC236}">
                <a16:creationId xmlns:a16="http://schemas.microsoft.com/office/drawing/2014/main" id="{CB292FFD-FB0A-4F46-8CBB-FEBBD7C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38338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anchor-127">
            <a:extLst xmlns:a="http://schemas.openxmlformats.org/drawingml/2006/main">
              <a:ext uri="{FF2B5EF4-FFF2-40B4-BE49-F238E27FC236}">
                <a16:creationId xmlns:a16="http://schemas.microsoft.com/office/drawing/2014/main" id="{2FCFE2B5-D08A-4AF9-A78C-488C6926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4224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8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53501" y="3843338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triangle" w="med" len="med"/>
          </a:ln>
        </p:spPr>
      </p:cxnSp>
      <p:sp>
        <p:nvSpPr>
          <p:cNvPr id="47" name="text-128">
            <a:extLst xmlns:a="http://schemas.openxmlformats.org/drawingml/2006/main">
              <a:ext uri="{FF2B5EF4-FFF2-40B4-BE49-F238E27FC236}">
                <a16:creationId xmlns:a16="http://schemas.microsoft.com/office/drawing/2014/main" id="{CA22D03B-21CA-45EA-A32C-560C6092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76675"/>
            <a:ext cx="90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48" name="anchor-129">
            <a:extLst xmlns:a="http://schemas.openxmlformats.org/drawingml/2006/main">
              <a:ext uri="{FF2B5EF4-FFF2-40B4-BE49-F238E27FC236}">
                <a16:creationId xmlns:a16="http://schemas.microsoft.com/office/drawing/2014/main" id="{647E6BA3-CECA-4680-B1A7-A4C7C2A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5176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anchor-130">
            <a:extLst xmlns:a="http://schemas.openxmlformats.org/drawingml/2006/main">
              <a:ext uri="{FF2B5EF4-FFF2-40B4-BE49-F238E27FC236}">
                <a16:creationId xmlns:a16="http://schemas.microsoft.com/office/drawing/2014/main" id="{AFCAD89F-793B-4F43-9FC6-941EE14A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5510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2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8953501" y="5186363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triangle" w="med" len="med"/>
          </a:ln>
        </p:spPr>
      </p:cxnSp>
      <p:sp>
        <p:nvSpPr>
          <p:cNvPr id="51" name="anchor-131">
            <a:extLst xmlns:a="http://schemas.openxmlformats.org/drawingml/2006/main">
              <a:ext uri="{FF2B5EF4-FFF2-40B4-BE49-F238E27FC236}">
                <a16:creationId xmlns:a16="http://schemas.microsoft.com/office/drawing/2014/main" id="{6B35EB97-77C9-4878-BBB6-F3C9F31E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62531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anchor-132">
            <a:extLst xmlns:a="http://schemas.openxmlformats.org/drawingml/2006/main">
              <a:ext uri="{FF2B5EF4-FFF2-40B4-BE49-F238E27FC236}">
                <a16:creationId xmlns:a16="http://schemas.microsoft.com/office/drawing/2014/main" id="{091A16F0-3FD1-4BE5-8CDF-E11BC8B0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6757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5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8953501" y="6262688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triangle" w="med" len="med"/>
          </a:ln>
        </p:spPr>
      </p:cxnSp>
      <p:sp>
        <p:nvSpPr>
          <p:cNvPr id="54" name="anchor-133">
            <a:extLst xmlns:a="http://schemas.openxmlformats.org/drawingml/2006/main">
              <a:ext uri="{FF2B5EF4-FFF2-40B4-BE49-F238E27FC236}">
                <a16:creationId xmlns:a16="http://schemas.microsoft.com/office/drawing/2014/main" id="{235ED9BC-44C9-4FF3-BBD8-0A25AFFE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7672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anchor-134">
            <a:extLst xmlns:a="http://schemas.openxmlformats.org/drawingml/2006/main">
              <a:ext uri="{FF2B5EF4-FFF2-40B4-BE49-F238E27FC236}">
                <a16:creationId xmlns:a16="http://schemas.microsoft.com/office/drawing/2014/main" id="{ACAFD1C1-4A17-42CF-8FF7-DBE8EE1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7996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953501" y="7681913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none" w="med" len="med"/>
          </a:ln>
        </p:spPr>
      </p:cxnSp>
      <p:sp>
        <p:nvSpPr>
          <p:cNvPr id="57" name="anchor-135">
            <a:extLst xmlns:a="http://schemas.openxmlformats.org/drawingml/2006/main">
              <a:ext uri="{FF2B5EF4-FFF2-40B4-BE49-F238E27FC236}">
                <a16:creationId xmlns:a16="http://schemas.microsoft.com/office/drawing/2014/main" id="{CC13E341-A548-46F6-8D8F-8CBCCE8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7996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anchor-136">
            <a:extLst xmlns:a="http://schemas.openxmlformats.org/drawingml/2006/main">
              <a:ext uri="{FF2B5EF4-FFF2-40B4-BE49-F238E27FC236}">
                <a16:creationId xmlns:a16="http://schemas.microsoft.com/office/drawing/2014/main" id="{F2B0511B-06B2-4C2F-BFC0-CDC34FC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7996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6529388" y="8001001"/>
            <a:ext cx="2419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none" w="med" len="med"/>
          </a:ln>
        </p:spPr>
      </p:cxnSp>
      <p:sp>
        <p:nvSpPr>
          <p:cNvPr id="60" name="anchor-137">
            <a:extLst xmlns:a="http://schemas.openxmlformats.org/drawingml/2006/main">
              <a:ext uri="{FF2B5EF4-FFF2-40B4-BE49-F238E27FC236}">
                <a16:creationId xmlns:a16="http://schemas.microsoft.com/office/drawing/2014/main" id="{02302CFE-515A-4B1F-898C-318C1EE6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7996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anchor-138">
            <a:extLst xmlns:a="http://schemas.openxmlformats.org/drawingml/2006/main">
              <a:ext uri="{FF2B5EF4-FFF2-40B4-BE49-F238E27FC236}">
                <a16:creationId xmlns:a16="http://schemas.microsoft.com/office/drawing/2014/main" id="{C381BF8A-8AE5-49E2-9684-14D1F1D1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4" name=""/>
          <p:cNvCxnSpPr>
            <a:stCxn xmlns:a="http://schemas.openxmlformats.org/drawingml/2006/main" id="60" idx="0"/>
            <a:endCxn xmlns:a="http://schemas.openxmlformats.org/drawingml/2006/main" id="61" idx="2"/>
          </p:cNvCxnSpPr>
          <p:nvPr/>
        </p:nvCxnSpPr>
        <p:spPr>
          <a:xfrm xmlns:a="http://schemas.openxmlformats.org/drawingml/2006/main" flipV="1">
            <a:off x="6524626" y="3271838"/>
            <a:ext cx="0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none" w="med" len="med"/>
          </a:ln>
        </p:spPr>
      </p:cxnSp>
      <p:sp>
        <p:nvSpPr>
          <p:cNvPr id="63" name="anchor-139">
            <a:extLst xmlns:a="http://schemas.openxmlformats.org/drawingml/2006/main">
              <a:ext uri="{FF2B5EF4-FFF2-40B4-BE49-F238E27FC236}">
                <a16:creationId xmlns:a16="http://schemas.microsoft.com/office/drawing/2014/main" id="{FB79E41B-E496-40A5-A993-0DA4B8DC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anchor-140">
            <a:extLst xmlns:a="http://schemas.openxmlformats.org/drawingml/2006/main">
              <a:ext uri="{FF2B5EF4-FFF2-40B4-BE49-F238E27FC236}">
                <a16:creationId xmlns:a16="http://schemas.microsoft.com/office/drawing/2014/main" id="{0B0E6B65-4A50-426A-A52C-9F6086D6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7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6529388" y="3267076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solid"/>
            <a:tailEnd type="triangle" w="med" len="med"/>
          </a:ln>
        </p:spPr>
      </p:cxnSp>
      <p:sp>
        <p:nvSpPr>
          <p:cNvPr id="66" name="anchor-141">
            <a:extLst xmlns:a="http://schemas.openxmlformats.org/drawingml/2006/main">
              <a:ext uri="{FF2B5EF4-FFF2-40B4-BE49-F238E27FC236}">
                <a16:creationId xmlns:a16="http://schemas.microsoft.com/office/drawing/2014/main" id="{EDD5238B-D9F0-4340-8657-BB98A4E6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anchor-142">
            <a:extLst xmlns:a="http://schemas.openxmlformats.org/drawingml/2006/main">
              <a:ext uri="{FF2B5EF4-FFF2-40B4-BE49-F238E27FC236}">
                <a16:creationId xmlns:a16="http://schemas.microsoft.com/office/drawing/2014/main" id="{D034ED00-E959-4EC0-9170-EF1A7D9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4488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10815638" y="3267076"/>
            <a:ext cx="2228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69" name="text-143">
            <a:extLst xmlns:a="http://schemas.openxmlformats.org/drawingml/2006/main">
              <a:ext uri="{FF2B5EF4-FFF2-40B4-BE49-F238E27FC236}">
                <a16:creationId xmlns:a16="http://schemas.microsoft.com/office/drawing/2014/main" id="{C7BFC337-D418-495F-9661-2E89F7CD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1940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70" name="anchor-144">
            <a:extLst xmlns:a="http://schemas.openxmlformats.org/drawingml/2006/main">
              <a:ext uri="{FF2B5EF4-FFF2-40B4-BE49-F238E27FC236}">
                <a16:creationId xmlns:a16="http://schemas.microsoft.com/office/drawing/2014/main" id="{73334C0B-8EB6-43F0-934E-7783A51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38338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anchor-145">
            <a:extLst xmlns:a="http://schemas.openxmlformats.org/drawingml/2006/main">
              <a:ext uri="{FF2B5EF4-FFF2-40B4-BE49-F238E27FC236}">
                <a16:creationId xmlns:a16="http://schemas.microsoft.com/office/drawing/2014/main" id="{99FE59A6-0E6B-4497-8F41-13616F1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4224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4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4859001" y="3843338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73" name="text-146">
            <a:extLst xmlns:a="http://schemas.openxmlformats.org/drawingml/2006/main">
              <a:ext uri="{FF2B5EF4-FFF2-40B4-BE49-F238E27FC236}">
                <a16:creationId xmlns:a16="http://schemas.microsoft.com/office/drawing/2014/main" id="{146EF942-0322-4060-B71F-FDA607B1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76675"/>
            <a:ext cx="90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74" name="anchor-147">
            <a:extLst xmlns:a="http://schemas.openxmlformats.org/drawingml/2006/main">
              <a:ext uri="{FF2B5EF4-FFF2-40B4-BE49-F238E27FC236}">
                <a16:creationId xmlns:a16="http://schemas.microsoft.com/office/drawing/2014/main" id="{DAFDEF94-6A05-46F2-A7E9-57D484FB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5176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anchor-148">
            <a:extLst xmlns:a="http://schemas.openxmlformats.org/drawingml/2006/main">
              <a:ext uri="{FF2B5EF4-FFF2-40B4-BE49-F238E27FC236}">
                <a16:creationId xmlns:a16="http://schemas.microsoft.com/office/drawing/2014/main" id="{BF6E6A4D-B5A5-42E0-8DB8-E6843B41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5510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8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4859001" y="5186363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77" name="anchor-149">
            <a:extLst xmlns:a="http://schemas.openxmlformats.org/drawingml/2006/main">
              <a:ext uri="{FF2B5EF4-FFF2-40B4-BE49-F238E27FC236}">
                <a16:creationId xmlns:a16="http://schemas.microsoft.com/office/drawing/2014/main" id="{E4401EB2-2378-4B7E-BFB3-7CF207DD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62531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anchor-150">
            <a:extLst xmlns:a="http://schemas.openxmlformats.org/drawingml/2006/main">
              <a:ext uri="{FF2B5EF4-FFF2-40B4-BE49-F238E27FC236}">
                <a16:creationId xmlns:a16="http://schemas.microsoft.com/office/drawing/2014/main" id="{4428A084-992D-4396-8070-9BC0A724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6757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1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14859001" y="6262688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80" name="anchor-151">
            <a:extLst xmlns:a="http://schemas.openxmlformats.org/drawingml/2006/main">
              <a:ext uri="{FF2B5EF4-FFF2-40B4-BE49-F238E27FC236}">
                <a16:creationId xmlns:a16="http://schemas.microsoft.com/office/drawing/2014/main" id="{E6E7538D-421F-4916-AEDE-6C09D116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7672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anchor-152">
            <a:extLst xmlns:a="http://schemas.openxmlformats.org/drawingml/2006/main">
              <a:ext uri="{FF2B5EF4-FFF2-40B4-BE49-F238E27FC236}">
                <a16:creationId xmlns:a16="http://schemas.microsoft.com/office/drawing/2014/main" id="{DFF7E08B-792A-47B3-A75F-24611E7C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82534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80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>
            <a:off x="14859001" y="7681913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83" name="anchor-153">
            <a:extLst xmlns:a="http://schemas.openxmlformats.org/drawingml/2006/main">
              <a:ext uri="{FF2B5EF4-FFF2-40B4-BE49-F238E27FC236}">
                <a16:creationId xmlns:a16="http://schemas.microsoft.com/office/drawing/2014/main" id="{8C15DB7F-8008-4E3E-B258-B8235F34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3988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anchor-154">
            <a:extLst xmlns:a="http://schemas.openxmlformats.org/drawingml/2006/main">
              <a:ext uri="{FF2B5EF4-FFF2-40B4-BE49-F238E27FC236}">
                <a16:creationId xmlns:a16="http://schemas.microsoft.com/office/drawing/2014/main" id="{9745A031-1A1D-4ED1-BA51-D4976F86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363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16673513" y="3267076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none" w="med" len="med"/>
          </a:ln>
        </p:spPr>
      </p:cxnSp>
      <p:sp>
        <p:nvSpPr>
          <p:cNvPr id="86" name="anchor-155">
            <a:extLst xmlns:a="http://schemas.openxmlformats.org/drawingml/2006/main">
              <a:ext uri="{FF2B5EF4-FFF2-40B4-BE49-F238E27FC236}">
                <a16:creationId xmlns:a16="http://schemas.microsoft.com/office/drawing/2014/main" id="{94298323-B120-4050-B9AA-940DBBD6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363" y="3262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anchor-156">
            <a:extLst xmlns:a="http://schemas.openxmlformats.org/drawingml/2006/main">
              <a:ext uri="{FF2B5EF4-FFF2-40B4-BE49-F238E27FC236}">
                <a16:creationId xmlns:a16="http://schemas.microsoft.com/office/drawing/2014/main" id="{666FEB3E-0152-4EB7-A1D0-6AE1CC4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363" y="8624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17383126" y="3271838"/>
            <a:ext cx="0" cy="5353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none" w="med" len="med"/>
          </a:ln>
        </p:spPr>
      </p:cxnSp>
      <p:sp>
        <p:nvSpPr>
          <p:cNvPr id="89" name="anchor-157">
            <a:extLst xmlns:a="http://schemas.openxmlformats.org/drawingml/2006/main">
              <a:ext uri="{FF2B5EF4-FFF2-40B4-BE49-F238E27FC236}">
                <a16:creationId xmlns:a16="http://schemas.microsoft.com/office/drawing/2014/main" id="{ADF3EC7E-4B33-40DC-AA41-B8BC225D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363" y="8624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anchor-158">
            <a:extLst xmlns:a="http://schemas.openxmlformats.org/drawingml/2006/main">
              <a:ext uri="{FF2B5EF4-FFF2-40B4-BE49-F238E27FC236}">
                <a16:creationId xmlns:a16="http://schemas.microsoft.com/office/drawing/2014/main" id="{9049D564-F7CD-4A45-8962-9B6F3C3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9738" y="8624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3" name=""/>
          <p:cNvCxnSpPr>
            <a:stCxn xmlns:a="http://schemas.openxmlformats.org/drawingml/2006/main" id="89" idx="1"/>
            <a:endCxn xmlns:a="http://schemas.openxmlformats.org/drawingml/2006/main" id="90" idx="3"/>
          </p:cNvCxnSpPr>
          <p:nvPr/>
        </p:nvCxnSpPr>
        <p:spPr>
          <a:xfrm xmlns:a="http://schemas.openxmlformats.org/drawingml/2006/main" flipH="1">
            <a:off x="16959263" y="8629651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solid"/>
            <a:tailEnd type="triangle" w="med" len="med"/>
          </a:ln>
        </p:spPr>
      </p:cxnSp>
      <p:sp>
        <p:nvSpPr>
          <p:cNvPr id="92" name="text-159">
            <a:extLst xmlns:a="http://schemas.openxmlformats.org/drawingml/2006/main">
              <a:ext uri="{FF2B5EF4-FFF2-40B4-BE49-F238E27FC236}">
                <a16:creationId xmlns:a16="http://schemas.microsoft.com/office/drawing/2014/main" id="{A08C6BF2-7A8A-4637-BB4B-B7193CFB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3409950"/>
            <a:ext cx="57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93" name="anchor-160">
            <a:extLst xmlns:a="http://schemas.openxmlformats.org/drawingml/2006/main">
              <a:ext uri="{FF2B5EF4-FFF2-40B4-BE49-F238E27FC236}">
                <a16:creationId xmlns:a16="http://schemas.microsoft.com/office/drawing/2014/main" id="{64AF0996-9D1B-49CF-8608-F2EE1750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8977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anchor-161">
            <a:extLst xmlns:a="http://schemas.openxmlformats.org/drawingml/2006/main">
              <a:ext uri="{FF2B5EF4-FFF2-40B4-BE49-F238E27FC236}">
                <a16:creationId xmlns:a16="http://schemas.microsoft.com/office/drawing/2014/main" id="{F605CFC7-9315-4B8F-9507-B06F3659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4238" y="9291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14859001" y="8986838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3042"/>
            </a:solidFill>
            <a:prstDash val="solid"/>
            <a:tailEnd type="triangle" w="med" len="med"/>
          </a:ln>
        </p:spPr>
      </p:cxnSp>
      <p:sp>
        <p:nvSpPr>
          <p:cNvPr id="96" name="end-162">
            <a:extLst xmlns:a="http://schemas.openxmlformats.org/drawingml/2006/main">
              <a:ext uri="{FF2B5EF4-FFF2-40B4-BE49-F238E27FC236}">
                <a16:creationId xmlns:a16="http://schemas.microsoft.com/office/drawing/2014/main" id="{DD5AAA61-391E-4C2E-8B69-FA72912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34A6E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97" name="text-163">
            <a:extLst xmlns:a="http://schemas.openxmlformats.org/drawingml/2006/main">
              <a:ext uri="{FF2B5EF4-FFF2-40B4-BE49-F238E27FC236}">
                <a16:creationId xmlns:a16="http://schemas.microsoft.com/office/drawing/2014/main" id="{E111B8E3-9727-45CF-A714-12DDEEC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Collection 시작</a:t>
            </a:r>
          </a:p>
        </p:txBody>
      </p:sp>
      <p:sp>
        <p:nvSpPr>
          <p:cNvPr id="98" name="reuse-164">
            <a:extLst xmlns:a="http://schemas.openxmlformats.org/drawingml/2006/main">
              <a:ext uri="{FF2B5EF4-FFF2-40B4-BE49-F238E27FC236}">
                <a16:creationId xmlns:a16="http://schemas.microsoft.com/office/drawing/2014/main" id="{881461B8-D22B-4F04-948A-1BB8DBCF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99" name="shape-165">
            <a:extLst xmlns:a="http://schemas.openxmlformats.org/drawingml/2006/main">
              <a:ext uri="{FF2B5EF4-FFF2-40B4-BE49-F238E27FC236}">
                <a16:creationId xmlns:a16="http://schemas.microsoft.com/office/drawing/2014/main" id="{B54A53BD-1CB2-40DC-9768-1553E89B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hape-166">
            <a:extLst xmlns:a="http://schemas.openxmlformats.org/drawingml/2006/main">
              <a:ext uri="{FF2B5EF4-FFF2-40B4-BE49-F238E27FC236}">
                <a16:creationId xmlns:a16="http://schemas.microsoft.com/office/drawing/2014/main" id="{1A295418-484C-47AD-A6C1-E94FF80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90925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-167">
            <a:extLst xmlns:a="http://schemas.openxmlformats.org/drawingml/2006/main">
              <a:ext uri="{FF2B5EF4-FFF2-40B4-BE49-F238E27FC236}">
                <a16:creationId xmlns:a16="http://schemas.microsoft.com/office/drawing/2014/main" id="{27E3816A-E3B6-4DF1-BB08-A9C876A5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Dipping Buffer·후단</a:t>
            </a:r>
          </a:p>
          <a:p xmlns:a="http://schemas.openxmlformats.org/drawingml/2006/main">
            <a:pPr algn="ctr">
              <a:def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수거</a:t>
            </a:r>
          </a:p>
        </p:txBody>
      </p:sp>
      <p:sp>
        <p:nvSpPr>
          <p:cNvPr id="102" name="decision-168">
            <a:extLst xmlns:a="http://schemas.openxmlformats.org/drawingml/2006/main">
              <a:ext uri="{FF2B5EF4-FFF2-40B4-BE49-F238E27FC236}">
                <a16:creationId xmlns:a16="http://schemas.microsoft.com/office/drawing/2014/main" id="{E432FC6D-4AFE-4430-9D92-3EE39A45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34290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103" name="text-169">
            <a:extLst xmlns:a="http://schemas.openxmlformats.org/drawingml/2006/main">
              <a:ext uri="{FF2B5EF4-FFF2-40B4-BE49-F238E27FC236}">
                <a16:creationId xmlns:a16="http://schemas.microsoft.com/office/drawing/2014/main" id="{6AB9FA90-2E22-407B-91EF-588461D5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4867275"/>
            <a:ext cx="226314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대상 전체</a:t>
            </a:r>
          </a:p>
          <a:p xmlns:a="http://schemas.openxmlformats.org/drawingml/2006/main">
            <a:pPr algn="ctr">
              <a:def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복귀 완료?</a:t>
            </a:r>
          </a:p>
        </p:txBody>
      </p:sp>
      <p:sp>
        <p:nvSpPr>
          <p:cNvPr id="104" name="decision-170">
            <a:extLst xmlns:a="http://schemas.openxmlformats.org/drawingml/2006/main">
              <a:ext uri="{FF2B5EF4-FFF2-40B4-BE49-F238E27FC236}">
                <a16:creationId xmlns:a16="http://schemas.microsoft.com/office/drawing/2014/main" id="{4E6761CD-FD7B-431E-915F-187D4D46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95575"/>
            <a:ext cx="3714750" cy="1143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19050">
            <a:solidFill>
              <a:srgbClr val="47677D"/>
            </a:solidFill>
            <a:prstDash val="solid"/>
          </a:ln>
        </p:spPr>
      </p:sp>
      <p:sp>
        <p:nvSpPr>
          <p:cNvPr id="105" name="text-171">
            <a:extLst xmlns:a="http://schemas.openxmlformats.org/drawingml/2006/main">
              <a:ext uri="{FF2B5EF4-FFF2-40B4-BE49-F238E27FC236}">
                <a16:creationId xmlns:a16="http://schemas.microsoft.com/office/drawing/2014/main" id="{62631C3B-BDD4-4E0A-83F2-CC26C85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633" y="2743200"/>
            <a:ext cx="245173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Next CJ</a:t>
            </a:r>
          </a:p>
          <a:p xmlns:a="http://schemas.openxmlformats.org/drawingml/2006/main">
            <a:pPr algn="ctr">
              <a:def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존재?</a:t>
            </a:r>
          </a:p>
        </p:txBody>
      </p:sp>
      <p:sp>
        <p:nvSpPr>
          <p:cNvPr id="106" name="request-172">
            <a:extLst xmlns:a="http://schemas.openxmlformats.org/drawingml/2006/main">
              <a:ext uri="{FF2B5EF4-FFF2-40B4-BE49-F238E27FC236}">
                <a16:creationId xmlns:a16="http://schemas.microsoft.com/office/drawing/2014/main" id="{94E4649C-E7FE-4F77-B950-FE9C367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65F87"/>
            </a:solidFill>
            <a:prstDash val="solid"/>
          </a:ln>
        </p:spPr>
      </p:sp>
      <p:sp>
        <p:nvSpPr>
          <p:cNvPr id="107" name="text-173">
            <a:extLst xmlns:a="http://schemas.openxmlformats.org/drawingml/2006/main">
              <a:ext uri="{FF2B5EF4-FFF2-40B4-BE49-F238E27FC236}">
                <a16:creationId xmlns:a16="http://schemas.microsoft.com/office/drawing/2014/main" id="{DC71B218-FB4A-4117-9199-C8971BF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767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Next CJ → Dipping Buffer</a:t>
            </a:r>
          </a:p>
          <a:p xmlns:a="http://schemas.openxmlformats.org/drawingml/2006/main">
            <a:pPr algn="ctr">
              <a:def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이동 요청</a:t>
            </a:r>
          </a:p>
        </p:txBody>
      </p:sp>
      <p:sp>
        <p:nvSpPr>
          <p:cNvPr id="108" name="response-174">
            <a:extLst xmlns:a="http://schemas.openxmlformats.org/drawingml/2006/main">
              <a:ext uri="{FF2B5EF4-FFF2-40B4-BE49-F238E27FC236}">
                <a16:creationId xmlns:a16="http://schemas.microsoft.com/office/drawing/2014/main" id="{A02F079C-1DC3-4BDD-AF91-871C36C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149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9050">
            <a:solidFill>
              <a:srgbClr val="47677D"/>
            </a:solidFill>
            <a:prstDash val="dash"/>
          </a:ln>
        </p:spPr>
      </p:sp>
      <p:sp>
        <p:nvSpPr>
          <p:cNvPr id="109" name="text-175">
            <a:extLst xmlns:a="http://schemas.openxmlformats.org/drawingml/2006/main">
              <a:ext uri="{FF2B5EF4-FFF2-40B4-BE49-F238E27FC236}">
                <a16:creationId xmlns:a16="http://schemas.microsoft.com/office/drawing/2014/main" id="{A76F3BEF-1500-4058-92AE-462C64FD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626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이동 완료</a:t>
            </a:r>
          </a:p>
          <a:p xmlns:a="http://schemas.openxmlformats.org/drawingml/2006/main">
            <a:pPr algn="ctr">
              <a:def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대기·확인</a:t>
            </a:r>
          </a:p>
        </p:txBody>
      </p:sp>
      <p:sp>
        <p:nvSpPr>
          <p:cNvPr id="110" name="reuse-176">
            <a:extLst xmlns:a="http://schemas.openxmlformats.org/drawingml/2006/main">
              <a:ext uri="{FF2B5EF4-FFF2-40B4-BE49-F238E27FC236}">
                <a16:creationId xmlns:a16="http://schemas.microsoft.com/office/drawing/2014/main" id="{E8C7AFD8-8FC6-4030-BB2C-A8DE853C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76275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111" name="shape-177">
            <a:extLst xmlns:a="http://schemas.openxmlformats.org/drawingml/2006/main">
              <a:ext uri="{FF2B5EF4-FFF2-40B4-BE49-F238E27FC236}">
                <a16:creationId xmlns:a16="http://schemas.microsoft.com/office/drawing/2014/main" id="{8F96E27C-2978-4669-8910-324CA7B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781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shape-178">
            <a:extLst xmlns:a="http://schemas.openxmlformats.org/drawingml/2006/main">
              <a:ext uri="{FF2B5EF4-FFF2-40B4-BE49-F238E27FC236}">
                <a16:creationId xmlns:a16="http://schemas.microsoft.com/office/drawing/2014/main" id="{367D640F-9493-45DA-A399-A6435BFF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781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-179">
            <a:extLst xmlns:a="http://schemas.openxmlformats.org/drawingml/2006/main">
              <a:ext uri="{FF2B5EF4-FFF2-40B4-BE49-F238E27FC236}">
                <a16:creationId xmlns:a16="http://schemas.microsoft.com/office/drawing/2014/main" id="{9CF4A37B-1467-444A-98EF-D8B7F1CF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810375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공통 수거 로직</a:t>
            </a:r>
          </a:p>
          <a:p xmlns:a="http://schemas.openxmlformats.org/drawingml/2006/main">
            <a:pPr algn="ctr">
              <a:def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전체 복귀 완료</a:t>
            </a:r>
          </a:p>
        </p:txBody>
      </p:sp>
      <p:sp>
        <p:nvSpPr>
          <p:cNvPr id="114" name="decision-180">
            <a:extLst xmlns:a="http://schemas.openxmlformats.org/drawingml/2006/main">
              <a:ext uri="{FF2B5EF4-FFF2-40B4-BE49-F238E27FC236}">
                <a16:creationId xmlns:a16="http://schemas.microsoft.com/office/drawing/2014/main" id="{C1289615-F1EF-41D0-8C25-63E8BEA3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95575"/>
            <a:ext cx="3619500" cy="1143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19050">
            <a:solidFill>
              <a:srgbClr val="66727D"/>
            </a:solidFill>
            <a:prstDash val="solid"/>
          </a:ln>
        </p:spPr>
      </p:sp>
      <p:sp>
        <p:nvSpPr>
          <p:cNvPr id="115" name="text-181">
            <a:extLst xmlns:a="http://schemas.openxmlformats.org/drawingml/2006/main">
              <a:ext uri="{FF2B5EF4-FFF2-40B4-BE49-F238E27FC236}">
                <a16:creationId xmlns:a16="http://schemas.microsoft.com/office/drawing/2014/main" id="{2A7D6C5D-C670-4F83-AA3D-2E9B989A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565" y="2743200"/>
            <a:ext cx="238887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InBuffer</a:t>
            </a:r>
          </a:p>
          <a:p xmlns:a="http://schemas.openxmlformats.org/drawingml/2006/main">
            <a:pPr algn="ctr">
              <a:def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잔류 Wafer?</a:t>
            </a:r>
          </a:p>
        </p:txBody>
      </p:sp>
      <p:sp>
        <p:nvSpPr>
          <p:cNvPr id="116" name="request-182">
            <a:extLst xmlns:a="http://schemas.openxmlformats.org/drawingml/2006/main">
              <a:ext uri="{FF2B5EF4-FFF2-40B4-BE49-F238E27FC236}">
                <a16:creationId xmlns:a16="http://schemas.microsoft.com/office/drawing/2014/main" id="{19EEF743-EE7B-4B3D-9900-B4AC2992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2291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65F87"/>
            </a:solidFill>
            <a:prstDash val="solid"/>
          </a:ln>
        </p:spPr>
      </p:sp>
      <p:sp>
        <p:nvSpPr>
          <p:cNvPr id="117" name="text-183">
            <a:extLst xmlns:a="http://schemas.openxmlformats.org/drawingml/2006/main">
              <a:ext uri="{FF2B5EF4-FFF2-40B4-BE49-F238E27FC236}">
                <a16:creationId xmlns:a16="http://schemas.microsoft.com/office/drawing/2014/main" id="{484790DB-B301-4B14-B89E-27435E3E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2767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InBuffer → Dipping Buffer</a:t>
            </a:r>
          </a:p>
          <a:p xmlns:a="http://schemas.openxmlformats.org/drawingml/2006/main">
            <a:pPr algn="ctr">
              <a:defRPr sz="217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이동 요청</a:t>
            </a:r>
          </a:p>
        </p:txBody>
      </p:sp>
      <p:sp>
        <p:nvSpPr>
          <p:cNvPr id="118" name="response-184">
            <a:extLst xmlns:a="http://schemas.openxmlformats.org/drawingml/2006/main">
              <a:ext uri="{FF2B5EF4-FFF2-40B4-BE49-F238E27FC236}">
                <a16:creationId xmlns:a16="http://schemas.microsoft.com/office/drawing/2014/main" id="{DC8FF6F2-36C4-4DCD-B5B4-1B100A60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149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9050">
            <a:solidFill>
              <a:srgbClr val="66727D"/>
            </a:solidFill>
            <a:prstDash val="dash"/>
          </a:ln>
        </p:spPr>
      </p:sp>
      <p:sp>
        <p:nvSpPr>
          <p:cNvPr id="119" name="text-185">
            <a:extLst xmlns:a="http://schemas.openxmlformats.org/drawingml/2006/main">
              <a:ext uri="{FF2B5EF4-FFF2-40B4-BE49-F238E27FC236}">
                <a16:creationId xmlns:a16="http://schemas.microsoft.com/office/drawing/2014/main" id="{CB5CE807-7024-47E0-896F-1D23F8C5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5626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이동 완료</a:t>
            </a:r>
          </a:p>
          <a:p xmlns:a="http://schemas.openxmlformats.org/drawingml/2006/main">
            <a:pPr algn="ctr">
              <a:def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대기·확인</a:t>
            </a:r>
          </a:p>
        </p:txBody>
      </p:sp>
      <p:sp>
        <p:nvSpPr>
          <p:cNvPr id="120" name="reuse-186">
            <a:extLst xmlns:a="http://schemas.openxmlformats.org/drawingml/2006/main">
              <a:ext uri="{FF2B5EF4-FFF2-40B4-BE49-F238E27FC236}">
                <a16:creationId xmlns:a16="http://schemas.microsoft.com/office/drawing/2014/main" id="{9AF7950C-14BB-44D1-9674-A14CA902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76275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121" name="shape-187">
            <a:extLst xmlns:a="http://schemas.openxmlformats.org/drawingml/2006/main">
              <a:ext uri="{FF2B5EF4-FFF2-40B4-BE49-F238E27FC236}">
                <a16:creationId xmlns:a16="http://schemas.microsoft.com/office/drawing/2014/main" id="{E0C05AC1-0DC8-4986-B97C-2C35D57B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781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shape-188">
            <a:extLst xmlns:a="http://schemas.openxmlformats.org/drawingml/2006/main">
              <a:ext uri="{FF2B5EF4-FFF2-40B4-BE49-F238E27FC236}">
                <a16:creationId xmlns:a16="http://schemas.microsoft.com/office/drawing/2014/main" id="{721768C0-B876-4D31-BD94-E3ED9AEA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0" y="6781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ext-189">
            <a:extLst xmlns:a="http://schemas.openxmlformats.org/drawingml/2006/main">
              <a:ext uri="{FF2B5EF4-FFF2-40B4-BE49-F238E27FC236}">
                <a16:creationId xmlns:a16="http://schemas.microsoft.com/office/drawing/2014/main" id="{CF969988-1B31-4964-A388-74DDD3BA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810375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공통 수거 로직</a:t>
            </a:r>
          </a:p>
          <a:p xmlns:a="http://schemas.openxmlformats.org/drawingml/2006/main">
            <a:pPr algn="ctr">
              <a:def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전체 복귀 완료</a:t>
            </a:r>
          </a:p>
        </p:txBody>
      </p:sp>
      <p:sp>
        <p:nvSpPr>
          <p:cNvPr id="124" name="process-190">
            <a:extLst xmlns:a="http://schemas.openxmlformats.org/drawingml/2006/main">
              <a:ext uri="{FF2B5EF4-FFF2-40B4-BE49-F238E27FC236}">
                <a16:creationId xmlns:a16="http://schemas.microsoft.com/office/drawing/2014/main" id="{D191D183-0FD0-496A-9A81-A80B319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8258175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125" name="text-191">
            <a:extLst xmlns:a="http://schemas.openxmlformats.org/drawingml/2006/main">
              <a:ext uri="{FF2B5EF4-FFF2-40B4-BE49-F238E27FC236}">
                <a16:creationId xmlns:a16="http://schemas.microsoft.com/office/drawing/2014/main" id="{A24D80F4-2BDC-47C5-A0AA-FB4716D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3058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전체 수거 완료 검증</a:t>
            </a:r>
          </a:p>
        </p:txBody>
      </p:sp>
      <p:sp>
        <p:nvSpPr>
          <p:cNvPr id="126" name="end-192">
            <a:extLst xmlns:a="http://schemas.openxmlformats.org/drawingml/2006/main">
              <a:ext uri="{FF2B5EF4-FFF2-40B4-BE49-F238E27FC236}">
                <a16:creationId xmlns:a16="http://schemas.microsoft.com/office/drawing/2014/main" id="{6A2CE2D9-96DB-4FB1-9A76-AB08BD6B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9296400"/>
            <a:ext cx="3714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042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127" name="text-193">
            <a:extLst xmlns:a="http://schemas.openxmlformats.org/drawingml/2006/main">
              <a:ext uri="{FF2B5EF4-FFF2-40B4-BE49-F238E27FC236}">
                <a16:creationId xmlns:a16="http://schemas.microsoft.com/office/drawing/2014/main" id="{62952263-B5AD-48EE-AA45-C8672C56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3440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Collection 완료</a:t>
            </a:r>
          </a:p>
        </p:txBody>
      </p:sp>
      <p:sp>
        <p:nvSpPr>
          <p:cNvPr id="128" name="text-194">
            <a:extLst xmlns:a="http://schemas.openxmlformats.org/drawingml/2006/main">
              <a:ext uri="{FF2B5EF4-FFF2-40B4-BE49-F238E27FC236}">
                <a16:creationId xmlns:a16="http://schemas.microsoft.com/office/drawing/2014/main" id="{ED9AF19B-80A6-466F-9B06-62C163A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전체 복귀 완료</a:t>
            </a:r>
          </a:p>
        </p:txBody>
      </p:sp>
      <p:sp>
        <p:nvSpPr>
          <p:cNvPr id="129" name="text-195">
            <a:extLst xmlns:a="http://schemas.openxmlformats.org/drawingml/2006/main">
              <a:ext uri="{FF2B5EF4-FFF2-40B4-BE49-F238E27FC236}">
                <a16:creationId xmlns:a16="http://schemas.microsoft.com/office/drawing/2014/main" id="{C8C55BD3-0314-437E-A075-187270D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628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대상 전부가 원래 Carrier의</a:t>
            </a:r>
          </a:p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Original Slot으로 복귀</a:t>
            </a:r>
          </a:p>
        </p:txBody>
      </p:sp>
      <p:sp>
        <p:nvSpPr>
          <p:cNvPr id="130" name="text-196">
            <a:extLst xmlns:a="http://schemas.openxmlformats.org/drawingml/2006/main">
              <a:ext uri="{FF2B5EF4-FFF2-40B4-BE49-F238E27FC236}">
                <a16:creationId xmlns:a16="http://schemas.microsoft.com/office/drawing/2014/main" id="{46666004-D0F1-420C-ACC1-BC7C530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81819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Next CJ 확인으로 반복</a:t>
            </a:r>
          </a:p>
        </p:txBody>
      </p:sp>
      <p:sp>
        <p:nvSpPr>
          <p:cNvPr id="131" name="process-197">
            <a:extLst xmlns:a="http://schemas.openxmlformats.org/drawingml/2006/main">
              <a:ext uri="{FF2B5EF4-FFF2-40B4-BE49-F238E27FC236}">
                <a16:creationId xmlns:a16="http://schemas.microsoft.com/office/drawing/2014/main" id="{AF02C47F-060B-43F7-851B-37FD1C56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86825"/>
            <a:ext cx="1381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132" name="text-198">
            <a:extLst xmlns:a="http://schemas.openxmlformats.org/drawingml/2006/main">
              <a:ext uri="{FF2B5EF4-FFF2-40B4-BE49-F238E27FC236}">
                <a16:creationId xmlns:a16="http://schemas.microsoft.com/office/drawing/2014/main" id="{111E0BA9-2A7C-4BD1-B3FD-3F90BDA8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34450"/>
            <a:ext cx="100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3" name="decision-199">
            <a:extLst xmlns:a="http://schemas.openxmlformats.org/drawingml/2006/main">
              <a:ext uri="{FF2B5EF4-FFF2-40B4-BE49-F238E27FC236}">
                <a16:creationId xmlns:a16="http://schemas.microsoft.com/office/drawing/2014/main" id="{7DD29DBC-36B7-462D-8036-3DCBC1FD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810625"/>
            <a:ext cx="1619250" cy="6000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134" name="text-200">
            <a:extLst xmlns:a="http://schemas.openxmlformats.org/drawingml/2006/main">
              <a:ext uri="{FF2B5EF4-FFF2-40B4-BE49-F238E27FC236}">
                <a16:creationId xmlns:a16="http://schemas.microsoft.com/office/drawing/2014/main" id="{56BA5194-DB74-43DB-AF19-98D2AA4B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773" y="8858250"/>
            <a:ext cx="106870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35" name="request-201">
            <a:extLst xmlns:a="http://schemas.openxmlformats.org/drawingml/2006/main">
              <a:ext uri="{FF2B5EF4-FFF2-40B4-BE49-F238E27FC236}">
                <a16:creationId xmlns:a16="http://schemas.microsoft.com/office/drawing/2014/main" id="{662B269F-F53A-4CDB-831D-A0E82CEF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8886825"/>
            <a:ext cx="1666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65F87"/>
            </a:solidFill>
            <a:prstDash val="solid"/>
          </a:ln>
        </p:spPr>
      </p:sp>
      <p:sp>
        <p:nvSpPr>
          <p:cNvPr id="136" name="text-202">
            <a:extLst xmlns:a="http://schemas.openxmlformats.org/drawingml/2006/main">
              <a:ext uri="{FF2B5EF4-FFF2-40B4-BE49-F238E27FC236}">
                <a16:creationId xmlns:a16="http://schemas.microsoft.com/office/drawing/2014/main" id="{1CBB2DEB-2B24-400B-AAA1-5C7B6DF4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934450"/>
            <a:ext cx="128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이동 요청</a:t>
            </a:r>
          </a:p>
        </p:txBody>
      </p:sp>
      <p:sp>
        <p:nvSpPr>
          <p:cNvPr id="137" name="response-203">
            <a:extLst xmlns:a="http://schemas.openxmlformats.org/drawingml/2006/main">
              <a:ext uri="{FF2B5EF4-FFF2-40B4-BE49-F238E27FC236}">
                <a16:creationId xmlns:a16="http://schemas.microsoft.com/office/drawing/2014/main" id="{74449EB3-7ED5-446E-A205-0F15A71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8886825"/>
            <a:ext cx="1666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19050">
            <a:solidFill>
              <a:srgbClr val="47677D"/>
            </a:solidFill>
            <a:prstDash val="dash"/>
          </a:ln>
        </p:spPr>
      </p:sp>
      <p:sp>
        <p:nvSpPr>
          <p:cNvPr id="138" name="text-204">
            <a:extLst xmlns:a="http://schemas.openxmlformats.org/drawingml/2006/main">
              <a:ext uri="{FF2B5EF4-FFF2-40B4-BE49-F238E27FC236}">
                <a16:creationId xmlns:a16="http://schemas.microsoft.com/office/drawing/2014/main" id="{8269EE47-665C-497D-BEA2-9849D07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8934450"/>
            <a:ext cx="128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완료 응답</a:t>
            </a:r>
          </a:p>
        </p:txBody>
      </p:sp>
      <p:sp>
        <p:nvSpPr>
          <p:cNvPr id="139" name="reuse-205">
            <a:extLst xmlns:a="http://schemas.openxmlformats.org/drawingml/2006/main">
              <a:ext uri="{FF2B5EF4-FFF2-40B4-BE49-F238E27FC236}">
                <a16:creationId xmlns:a16="http://schemas.microsoft.com/office/drawing/2014/main" id="{041DBD13-8EDF-4BE7-A92B-DCD5DBE2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886825"/>
            <a:ext cx="18573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140" name="shape-206">
            <a:extLst xmlns:a="http://schemas.openxmlformats.org/drawingml/2006/main">
              <a:ext uri="{FF2B5EF4-FFF2-40B4-BE49-F238E27FC236}">
                <a16:creationId xmlns:a16="http://schemas.microsoft.com/office/drawing/2014/main" id="{ACFDA0D2-859F-4D9C-AF83-2231C430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8905875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shape-207">
            <a:extLst xmlns:a="http://schemas.openxmlformats.org/drawingml/2006/main">
              <a:ext uri="{FF2B5EF4-FFF2-40B4-BE49-F238E27FC236}">
                <a16:creationId xmlns:a16="http://schemas.microsoft.com/office/drawing/2014/main" id="{EBE5D9CE-8573-4773-ACDF-5A9A21DE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8905875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text-208">
            <a:extLst xmlns:a="http://schemas.openxmlformats.org/drawingml/2006/main">
              <a:ext uri="{FF2B5EF4-FFF2-40B4-BE49-F238E27FC236}">
                <a16:creationId xmlns:a16="http://schemas.microsoft.com/office/drawing/2014/main" id="{3703D61A-A829-46C5-8DED-2DA7E46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934450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공통 수거</a:t>
            </a:r>
          </a:p>
        </p:txBody>
      </p:sp>
    </p:spTree>
    <p:extLst>
      <p:ext uri="{BB962C8B-B14F-4D97-AF65-F5344CB8AC3E}">
        <p14:creationId xmlns:p14="http://schemas.microsoft.com/office/powerpoint/2010/main" val="1891290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ext-209">
            <a:extLst xmlns:a="http://schemas.openxmlformats.org/drawingml/2006/main">
              <a:ext uri="{FF2B5EF4-FFF2-40B4-BE49-F238E27FC236}">
                <a16:creationId xmlns:a16="http://schemas.microsoft.com/office/drawing/2014/main" id="{88834CEF-D560-4E1D-87EF-B4B27B78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685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공통 수거 로직과 Wet Rule</a:t>
            </a:r>
          </a:p>
        </p:txBody>
      </p:sp>
      <p:sp>
        <p:nvSpPr>
          <p:cNvPr id="2" name="text-210">
            <a:extLst xmlns:a="http://schemas.openxmlformats.org/drawingml/2006/main">
              <a:ext uri="{FF2B5EF4-FFF2-40B4-BE49-F238E27FC236}">
                <a16:creationId xmlns:a16="http://schemas.microsoft.com/office/drawing/2014/main" id="{60271F38-5156-4B61-840F-E2E705CF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Dipping 이후에는 Dry를 완료하고, S-LP의 원래 Carrier·Original Slot으로 복귀</a:t>
            </a:r>
          </a:p>
        </p:txBody>
      </p:sp>
      <p:sp>
        <p:nvSpPr>
          <p:cNvPr id="3" name="shape-211">
            <a:extLst xmlns:a="http://schemas.openxmlformats.org/drawingml/2006/main">
              <a:ext uri="{FF2B5EF4-FFF2-40B4-BE49-F238E27FC236}">
                <a16:creationId xmlns:a16="http://schemas.microsoft.com/office/drawing/2014/main" id="{971D5CF9-C94B-4972-9E54-9B83227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726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12">
            <a:extLst xmlns:a="http://schemas.openxmlformats.org/drawingml/2006/main">
              <a:ext uri="{FF2B5EF4-FFF2-40B4-BE49-F238E27FC236}">
                <a16:creationId xmlns:a16="http://schemas.microsoft.com/office/drawing/2014/main" id="{2957140F-C4EC-4CE7-B1C3-02DEBC26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77425"/>
            <a:ext cx="1438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Wafer Collection / Engineering Concept / REV04</a:t>
            </a:r>
          </a:p>
        </p:txBody>
      </p:sp>
      <p:sp>
        <p:nvSpPr>
          <p:cNvPr id="5" name="text-213">
            <a:extLst xmlns:a="http://schemas.openxmlformats.org/drawingml/2006/main">
              <a:ext uri="{FF2B5EF4-FFF2-40B4-BE49-F238E27FC236}">
                <a16:creationId xmlns:a16="http://schemas.microsoft.com/office/drawing/2014/main" id="{02A77F5A-74AF-4104-A49B-B91560DE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8774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04 / 05</a:t>
            </a:r>
          </a:p>
        </p:txBody>
      </p:sp>
      <p:sp>
        <p:nvSpPr>
          <p:cNvPr id="6" name="shape-214">
            <a:extLst xmlns:a="http://schemas.openxmlformats.org/drawingml/2006/main">
              <a:ext uri="{FF2B5EF4-FFF2-40B4-BE49-F238E27FC236}">
                <a16:creationId xmlns:a16="http://schemas.microsoft.com/office/drawing/2014/main" id="{BB7332CD-21F8-4FBB-8542-5938C1C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124075"/>
            <a:ext cx="19050" cy="713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nchor-215">
            <a:extLst xmlns:a="http://schemas.openxmlformats.org/drawingml/2006/main">
              <a:ext uri="{FF2B5EF4-FFF2-40B4-BE49-F238E27FC236}">
                <a16:creationId xmlns:a16="http://schemas.microsoft.com/office/drawing/2014/main" id="{AD0A5249-9D5D-4728-81F7-8F8FBF2D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2833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216">
            <a:extLst xmlns:a="http://schemas.openxmlformats.org/drawingml/2006/main">
              <a:ext uri="{FF2B5EF4-FFF2-40B4-BE49-F238E27FC236}">
                <a16:creationId xmlns:a16="http://schemas.microsoft.com/office/drawing/2014/main" id="{01B9AC40-F1EA-432D-BB08-E3ABB69A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31289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286251" y="2843213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10" name="anchor-217">
            <a:extLst xmlns:a="http://schemas.openxmlformats.org/drawingml/2006/main">
              <a:ext uri="{FF2B5EF4-FFF2-40B4-BE49-F238E27FC236}">
                <a16:creationId xmlns:a16="http://schemas.microsoft.com/office/drawing/2014/main" id="{6394A2AB-D1D6-4D62-959A-0713D6F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36814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anchor-218">
            <a:extLst xmlns:a="http://schemas.openxmlformats.org/drawingml/2006/main">
              <a:ext uri="{FF2B5EF4-FFF2-40B4-BE49-F238E27FC236}">
                <a16:creationId xmlns:a16="http://schemas.microsoft.com/office/drawing/2014/main" id="{B2AECEF3-7C5E-41A6-BEF8-816F5D4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40433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286251" y="3690938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13" name="anchor-219">
            <a:extLst xmlns:a="http://schemas.openxmlformats.org/drawingml/2006/main">
              <a:ext uri="{FF2B5EF4-FFF2-40B4-BE49-F238E27FC236}">
                <a16:creationId xmlns:a16="http://schemas.microsoft.com/office/drawing/2014/main" id="{97342C8F-CC07-434B-A54D-63F835BC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45577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anchor-220">
            <a:extLst xmlns:a="http://schemas.openxmlformats.org/drawingml/2006/main">
              <a:ext uri="{FF2B5EF4-FFF2-40B4-BE49-F238E27FC236}">
                <a16:creationId xmlns:a16="http://schemas.microsoft.com/office/drawing/2014/main" id="{B1AB2238-68DB-4BFF-BFC1-B9827735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963" y="45577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8513" y="4562476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46729"/>
            </a:solidFill>
            <a:prstDash val="solid"/>
            <a:tailEnd type="triangle" w="med" len="med"/>
          </a:ln>
        </p:spPr>
      </p:cxnSp>
      <p:sp>
        <p:nvSpPr>
          <p:cNvPr id="16" name="text-221">
            <a:extLst xmlns:a="http://schemas.openxmlformats.org/drawingml/2006/main">
              <a:ext uri="{FF2B5EF4-FFF2-40B4-BE49-F238E27FC236}">
                <a16:creationId xmlns:a16="http://schemas.microsoft.com/office/drawing/2014/main" id="{9FE76D89-A88A-4447-BC7E-6F15544F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76700"/>
            <a:ext cx="885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17" name="anchor-222">
            <a:extLst xmlns:a="http://schemas.openxmlformats.org/drawingml/2006/main">
              <a:ext uri="{FF2B5EF4-FFF2-40B4-BE49-F238E27FC236}">
                <a16:creationId xmlns:a16="http://schemas.microsoft.com/office/drawing/2014/main" id="{DDD2E56F-79D5-46DC-A8D5-0C69A04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50339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anchor-223">
            <a:extLst xmlns:a="http://schemas.openxmlformats.org/drawingml/2006/main">
              <a:ext uri="{FF2B5EF4-FFF2-40B4-BE49-F238E27FC236}">
                <a16:creationId xmlns:a16="http://schemas.microsoft.com/office/drawing/2014/main" id="{CBAC7CEA-1342-4F03-95CC-1A04D06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59197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515476" y="5043488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46729"/>
            </a:solidFill>
            <a:prstDash val="solid"/>
            <a:tailEnd type="none" w="med" len="med"/>
          </a:ln>
        </p:spPr>
      </p:cxnSp>
      <p:sp>
        <p:nvSpPr>
          <p:cNvPr id="20" name="anchor-224">
            <a:extLst xmlns:a="http://schemas.openxmlformats.org/drawingml/2006/main">
              <a:ext uri="{FF2B5EF4-FFF2-40B4-BE49-F238E27FC236}">
                <a16:creationId xmlns:a16="http://schemas.microsoft.com/office/drawing/2014/main" id="{66CD17AC-FCF6-46C4-AAEB-EDFC3FD2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59197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anchor-225">
            <a:extLst xmlns:a="http://schemas.openxmlformats.org/drawingml/2006/main">
              <a:ext uri="{FF2B5EF4-FFF2-40B4-BE49-F238E27FC236}">
                <a16:creationId xmlns:a16="http://schemas.microsoft.com/office/drawing/2014/main" id="{BC5D0DCF-8F71-43D0-98AF-3C2D449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59197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7148513" y="5924551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46729"/>
            </a:solidFill>
            <a:prstDash val="solid"/>
            <a:tailEnd type="triangle" w="med" len="med"/>
          </a:ln>
        </p:spPr>
      </p:cxnSp>
      <p:sp>
        <p:nvSpPr>
          <p:cNvPr id="23" name="anchor-226">
            <a:extLst xmlns:a="http://schemas.openxmlformats.org/drawingml/2006/main">
              <a:ext uri="{FF2B5EF4-FFF2-40B4-BE49-F238E27FC236}">
                <a16:creationId xmlns:a16="http://schemas.microsoft.com/office/drawing/2014/main" id="{47D81A4D-C9BD-4175-BC01-A7B56D7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5072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anchor-227">
            <a:extLst xmlns:a="http://schemas.openxmlformats.org/drawingml/2006/main">
              <a:ext uri="{FF2B5EF4-FFF2-40B4-BE49-F238E27FC236}">
                <a16:creationId xmlns:a16="http://schemas.microsoft.com/office/drawing/2014/main" id="{A7A8D93A-7365-4561-9F3A-2FD4BE4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5643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5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286251" y="5081588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26" name="text-228">
            <a:extLst xmlns:a="http://schemas.openxmlformats.org/drawingml/2006/main">
              <a:ext uri="{FF2B5EF4-FFF2-40B4-BE49-F238E27FC236}">
                <a16:creationId xmlns:a16="http://schemas.microsoft.com/office/drawing/2014/main" id="{17E2B434-3A4A-48EC-950C-DA175F1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91125"/>
            <a:ext cx="91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27" name="anchor-229">
            <a:extLst xmlns:a="http://schemas.openxmlformats.org/drawingml/2006/main">
              <a:ext uri="{FF2B5EF4-FFF2-40B4-BE49-F238E27FC236}">
                <a16:creationId xmlns:a16="http://schemas.microsoft.com/office/drawing/2014/main" id="{A72EDA58-1184-49D6-A582-015B8E5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61960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anchor-230">
            <a:extLst xmlns:a="http://schemas.openxmlformats.org/drawingml/2006/main">
              <a:ext uri="{FF2B5EF4-FFF2-40B4-BE49-F238E27FC236}">
                <a16:creationId xmlns:a16="http://schemas.microsoft.com/office/drawing/2014/main" id="{B546040F-9DDE-4D32-9151-DC969BE3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6538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9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4286251" y="6205538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30" name="anchor-231">
            <a:extLst xmlns:a="http://schemas.openxmlformats.org/drawingml/2006/main">
              <a:ext uri="{FF2B5EF4-FFF2-40B4-BE49-F238E27FC236}">
                <a16:creationId xmlns:a16="http://schemas.microsoft.com/office/drawing/2014/main" id="{9E5F81D5-0720-4A05-A250-D5EE9E9E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70913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anchor-232">
            <a:extLst xmlns:a="http://schemas.openxmlformats.org/drawingml/2006/main">
              <a:ext uri="{FF2B5EF4-FFF2-40B4-BE49-F238E27FC236}">
                <a16:creationId xmlns:a16="http://schemas.microsoft.com/office/drawing/2014/main" id="{88C023F5-A769-4A81-9177-A4BCAA51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7415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286251" y="7100888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33" name="anchor-233">
            <a:extLst xmlns:a="http://schemas.openxmlformats.org/drawingml/2006/main">
              <a:ext uri="{FF2B5EF4-FFF2-40B4-BE49-F238E27FC236}">
                <a16:creationId xmlns:a16="http://schemas.microsoft.com/office/drawing/2014/main" id="{4CC6AE0D-E107-4357-B11D-C7926349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79676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anchor-234">
            <a:extLst xmlns:a="http://schemas.openxmlformats.org/drawingml/2006/main">
              <a:ext uri="{FF2B5EF4-FFF2-40B4-BE49-F238E27FC236}">
                <a16:creationId xmlns:a16="http://schemas.microsoft.com/office/drawing/2014/main" id="{C23F9E8E-E64A-4E28-B4E9-20921ED9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8310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4286251" y="7977188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36" name="process-235">
            <a:extLst xmlns:a="http://schemas.openxmlformats.org/drawingml/2006/main">
              <a:ext uri="{FF2B5EF4-FFF2-40B4-BE49-F238E27FC236}">
                <a16:creationId xmlns:a16="http://schemas.microsoft.com/office/drawing/2014/main" id="{EFB51DA5-003D-46A5-92A8-0DF5A3FC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37" name="text-236">
            <a:extLst xmlns:a="http://schemas.openxmlformats.org/drawingml/2006/main">
              <a:ext uri="{FF2B5EF4-FFF2-40B4-BE49-F238E27FC236}">
                <a16:creationId xmlns:a16="http://schemas.microsoft.com/office/drawing/2014/main" id="{25E6CEA1-E762-4689-BE9C-92BEEEA7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Dipping Buffer / 후단 Wafer</a:t>
            </a:r>
          </a:p>
        </p:txBody>
      </p:sp>
      <p:sp>
        <p:nvSpPr>
          <p:cNvPr id="38" name="process-237">
            <a:extLst xmlns:a="http://schemas.openxmlformats.org/drawingml/2006/main">
              <a:ext uri="{FF2B5EF4-FFF2-40B4-BE49-F238E27FC236}">
                <a16:creationId xmlns:a16="http://schemas.microsoft.com/office/drawing/2014/main" id="{A3A8F71B-F631-4A68-8710-80C4FED3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39" name="text-238">
            <a:extLst xmlns:a="http://schemas.openxmlformats.org/drawingml/2006/main">
              <a:ext uri="{FF2B5EF4-FFF2-40B4-BE49-F238E27FC236}">
                <a16:creationId xmlns:a16="http://schemas.microsoft.com/office/drawing/2014/main" id="{1D0F56D1-8DD5-4D84-812E-E5BD9F7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현재 위치·상태 확인</a:t>
            </a:r>
          </a:p>
        </p:txBody>
      </p:sp>
      <p:sp>
        <p:nvSpPr>
          <p:cNvPr id="40" name="decision-239">
            <a:extLst xmlns:a="http://schemas.openxmlformats.org/drawingml/2006/main">
              <a:ext uri="{FF2B5EF4-FFF2-40B4-BE49-F238E27FC236}">
                <a16:creationId xmlns:a16="http://schemas.microsoft.com/office/drawing/2014/main" id="{EE943789-86AA-461F-83FE-D997A927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5715000" cy="1028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8F3E8"/>
          </a:solidFill>
          <a:ln xmlns:a="http://schemas.openxmlformats.org/drawingml/2006/main" w="19050">
            <a:solidFill>
              <a:srgbClr val="946729"/>
            </a:solidFill>
            <a:prstDash val="solid"/>
          </a:ln>
        </p:spPr>
      </p:sp>
      <p:sp>
        <p:nvSpPr>
          <p:cNvPr id="41" name="text-240">
            <a:extLst xmlns:a="http://schemas.openxmlformats.org/drawingml/2006/main">
              <a:ext uri="{FF2B5EF4-FFF2-40B4-BE49-F238E27FC236}">
                <a16:creationId xmlns:a16="http://schemas.microsoft.com/office/drawing/2014/main" id="{46B0691E-A30F-4A62-868A-B1F70576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377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Dipping 진입 이후?</a:t>
            </a:r>
          </a:p>
        </p:txBody>
      </p:sp>
      <p:sp>
        <p:nvSpPr>
          <p:cNvPr id="42" name="process-241">
            <a:extLst xmlns:a="http://schemas.openxmlformats.org/drawingml/2006/main">
              <a:ext uri="{FF2B5EF4-FFF2-40B4-BE49-F238E27FC236}">
                <a16:creationId xmlns:a16="http://schemas.microsoft.com/office/drawing/2014/main" id="{4A7341FC-E28A-4864-9312-DC7CE1A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08622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6729"/>
            </a:solidFill>
            <a:prstDash val="solid"/>
          </a:ln>
        </p:spPr>
      </p:sp>
      <p:sp>
        <p:nvSpPr>
          <p:cNvPr id="43" name="text-242">
            <a:extLst xmlns:a="http://schemas.openxmlformats.org/drawingml/2006/main">
              <a:ext uri="{FF2B5EF4-FFF2-40B4-BE49-F238E27FC236}">
                <a16:creationId xmlns:a16="http://schemas.microsoft.com/office/drawing/2014/main" id="{9D0C9454-C019-4D9B-B246-0A75605B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338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PM Dry</a:t>
            </a:r>
          </a:p>
          <a:p xmlns:a="http://schemas.openxmlformats.org/drawingml/2006/main">
            <a:pPr algn="ctr">
              <a:defRPr sz="232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1회 수행·완료</a:t>
            </a:r>
          </a:p>
        </p:txBody>
      </p:sp>
      <p:sp>
        <p:nvSpPr>
          <p:cNvPr id="44" name="process-243">
            <a:extLst xmlns:a="http://schemas.openxmlformats.org/drawingml/2006/main">
              <a:ext uri="{FF2B5EF4-FFF2-40B4-BE49-F238E27FC236}">
                <a16:creationId xmlns:a16="http://schemas.microsoft.com/office/drawing/2014/main" id="{8D3E42C4-0909-4222-8562-9EDF7E47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48325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45" name="text-244">
            <a:extLst xmlns:a="http://schemas.openxmlformats.org/drawingml/2006/main">
              <a:ext uri="{FF2B5EF4-FFF2-40B4-BE49-F238E27FC236}">
                <a16:creationId xmlns:a16="http://schemas.microsoft.com/office/drawing/2014/main" id="{7B9689F4-AD06-4383-869D-107767F8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959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Return Transfer</a:t>
            </a:r>
          </a:p>
        </p:txBody>
      </p:sp>
      <p:sp>
        <p:nvSpPr>
          <p:cNvPr id="46" name="process-245">
            <a:extLst xmlns:a="http://schemas.openxmlformats.org/drawingml/2006/main">
              <a:ext uri="{FF2B5EF4-FFF2-40B4-BE49-F238E27FC236}">
                <a16:creationId xmlns:a16="http://schemas.microsoft.com/office/drawing/2014/main" id="{4BD68125-CA93-4306-9C22-C7EAD7E1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43675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47" name="text-246">
            <a:extLst xmlns:a="http://schemas.openxmlformats.org/drawingml/2006/main">
              <a:ext uri="{FF2B5EF4-FFF2-40B4-BE49-F238E27FC236}">
                <a16:creationId xmlns:a16="http://schemas.microsoft.com/office/drawing/2014/main" id="{0CFA92BF-A5A2-4F56-8759-C1F5D968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91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원래 Carrier 확인</a:t>
            </a:r>
          </a:p>
        </p:txBody>
      </p:sp>
      <p:sp>
        <p:nvSpPr>
          <p:cNvPr id="48" name="process-247">
            <a:extLst xmlns:a="http://schemas.openxmlformats.org/drawingml/2006/main">
              <a:ext uri="{FF2B5EF4-FFF2-40B4-BE49-F238E27FC236}">
                <a16:creationId xmlns:a16="http://schemas.microsoft.com/office/drawing/2014/main" id="{85286D32-B1AB-409A-A2C4-BDE1BAD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19975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49" name="text-248">
            <a:extLst xmlns:a="http://schemas.openxmlformats.org/drawingml/2006/main">
              <a:ext uri="{FF2B5EF4-FFF2-40B4-BE49-F238E27FC236}">
                <a16:creationId xmlns:a16="http://schemas.microsoft.com/office/drawing/2014/main" id="{1602861E-E476-478A-AC6E-BD212F18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676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Original Slot 확인</a:t>
            </a:r>
          </a:p>
        </p:txBody>
      </p:sp>
      <p:sp>
        <p:nvSpPr>
          <p:cNvPr id="50" name="end-249">
            <a:extLst xmlns:a="http://schemas.openxmlformats.org/drawingml/2006/main">
              <a:ext uri="{FF2B5EF4-FFF2-40B4-BE49-F238E27FC236}">
                <a16:creationId xmlns:a16="http://schemas.microsoft.com/office/drawing/2014/main" id="{11E2C9CE-59AB-4FA1-9CA5-7FC4D996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15325"/>
            <a:ext cx="571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042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51" name="text-250">
            <a:extLst xmlns:a="http://schemas.openxmlformats.org/drawingml/2006/main">
              <a:ext uri="{FF2B5EF4-FFF2-40B4-BE49-F238E27FC236}">
                <a16:creationId xmlns:a16="http://schemas.microsoft.com/office/drawing/2014/main" id="{F6033851-1816-4149-94ED-257985A7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3629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S-LP에서 원래 Carrier·Slot 복귀</a:t>
            </a:r>
          </a:p>
        </p:txBody>
      </p:sp>
      <p:sp>
        <p:nvSpPr>
          <p:cNvPr id="52" name="text-251">
            <a:extLst xmlns:a="http://schemas.openxmlformats.org/drawingml/2006/main">
              <a:ext uri="{FF2B5EF4-FFF2-40B4-BE49-F238E27FC236}">
                <a16:creationId xmlns:a16="http://schemas.microsoft.com/office/drawing/2014/main" id="{BCAB40DA-46B9-4C75-AD84-92945E54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276475"/>
            <a:ext cx="5238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WET WAFER RULE</a:t>
            </a:r>
          </a:p>
        </p:txBody>
      </p:sp>
      <p:sp>
        <p:nvSpPr>
          <p:cNvPr id="53" name="anchor-252">
            <a:extLst xmlns:a="http://schemas.openxmlformats.org/drawingml/2006/main">
              <a:ext uri="{FF2B5EF4-FFF2-40B4-BE49-F238E27FC236}">
                <a16:creationId xmlns:a16="http://schemas.microsoft.com/office/drawing/2014/main" id="{9E053B92-8867-44C5-A126-CADAB3F6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863" y="3938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anchor-253">
            <a:extLst xmlns:a="http://schemas.openxmlformats.org/drawingml/2006/main">
              <a:ext uri="{FF2B5EF4-FFF2-40B4-BE49-F238E27FC236}">
                <a16:creationId xmlns:a16="http://schemas.microsoft.com/office/drawing/2014/main" id="{5B3F504A-CE10-4BED-8A4C-0C82424F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863" y="44815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5" name=""/>
          <p:cNvCxnSpPr>
            <a:stCxn xmlns:a="http://schemas.openxmlformats.org/drawingml/2006/main" id="5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14906626" y="3948113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46729"/>
            </a:solidFill>
            <a:prstDash val="solid"/>
            <a:tailEnd type="triangle" w="med" len="med"/>
          </a:ln>
        </p:spPr>
      </p:cxnSp>
      <p:sp>
        <p:nvSpPr>
          <p:cNvPr id="56" name="anchor-254">
            <a:extLst xmlns:a="http://schemas.openxmlformats.org/drawingml/2006/main">
              <a:ext uri="{FF2B5EF4-FFF2-40B4-BE49-F238E27FC236}">
                <a16:creationId xmlns:a16="http://schemas.microsoft.com/office/drawing/2014/main" id="{9148F89B-6537-4B74-A488-28019DD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863" y="5224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anchor-255">
            <a:extLst xmlns:a="http://schemas.openxmlformats.org/drawingml/2006/main">
              <a:ext uri="{FF2B5EF4-FFF2-40B4-BE49-F238E27FC236}">
                <a16:creationId xmlns:a16="http://schemas.microsoft.com/office/drawing/2014/main" id="{80642880-91F4-4C0B-AE61-1FB88A47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863" y="5767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4906626" y="5233988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46729"/>
            </a:solidFill>
            <a:prstDash val="solid"/>
            <a:tailEnd type="triangle" w="med" len="med"/>
          </a:ln>
        </p:spPr>
      </p:cxnSp>
      <p:sp>
        <p:nvSpPr>
          <p:cNvPr id="59" name="anchor-256">
            <a:extLst xmlns:a="http://schemas.openxmlformats.org/drawingml/2006/main">
              <a:ext uri="{FF2B5EF4-FFF2-40B4-BE49-F238E27FC236}">
                <a16:creationId xmlns:a16="http://schemas.microsoft.com/office/drawing/2014/main" id="{71C19431-8300-42A5-998F-24F7C027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863" y="6510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anchor-257">
            <a:extLst xmlns:a="http://schemas.openxmlformats.org/drawingml/2006/main">
              <a:ext uri="{FF2B5EF4-FFF2-40B4-BE49-F238E27FC236}">
                <a16:creationId xmlns:a16="http://schemas.microsoft.com/office/drawing/2014/main" id="{9594A6D4-4953-484A-978C-D0D8ECD9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863" y="7053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14906626" y="6519863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46729"/>
            </a:solidFill>
            <a:prstDash val="solid"/>
            <a:tailEnd type="triangle" w="med" len="med"/>
          </a:ln>
        </p:spPr>
      </p:cxnSp>
      <p:sp>
        <p:nvSpPr>
          <p:cNvPr id="62" name="process-258">
            <a:extLst xmlns:a="http://schemas.openxmlformats.org/drawingml/2006/main">
              <a:ext uri="{FF2B5EF4-FFF2-40B4-BE49-F238E27FC236}">
                <a16:creationId xmlns:a16="http://schemas.microsoft.com/office/drawing/2014/main" id="{137CD3C6-7BA3-495D-95D8-3C20641F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004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6729"/>
            </a:solidFill>
            <a:prstDash val="solid"/>
          </a:ln>
        </p:spPr>
      </p:sp>
      <p:sp>
        <p:nvSpPr>
          <p:cNvPr id="63" name="text-259">
            <a:extLst xmlns:a="http://schemas.openxmlformats.org/drawingml/2006/main">
              <a:ext uri="{FF2B5EF4-FFF2-40B4-BE49-F238E27FC236}">
                <a16:creationId xmlns:a16="http://schemas.microsoft.com/office/drawing/2014/main" id="{35C6D100-12DA-4CA9-A59C-318A8153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248025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Once Dipped</a:t>
            </a:r>
          </a:p>
        </p:txBody>
      </p:sp>
      <p:sp>
        <p:nvSpPr>
          <p:cNvPr id="64" name="process-260">
            <a:extLst xmlns:a="http://schemas.openxmlformats.org/drawingml/2006/main">
              <a:ext uri="{FF2B5EF4-FFF2-40B4-BE49-F238E27FC236}">
                <a16:creationId xmlns:a16="http://schemas.microsoft.com/office/drawing/2014/main" id="{C4BF0C5C-2582-4238-92A6-BB027C8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48627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6729"/>
            </a:solidFill>
            <a:prstDash val="solid"/>
          </a:ln>
        </p:spPr>
      </p:sp>
      <p:sp>
        <p:nvSpPr>
          <p:cNvPr id="65" name="text-261">
            <a:extLst xmlns:a="http://schemas.openxmlformats.org/drawingml/2006/main">
              <a:ext uri="{FF2B5EF4-FFF2-40B4-BE49-F238E27FC236}">
                <a16:creationId xmlns:a16="http://schemas.microsoft.com/office/drawing/2014/main" id="{E7942413-1E79-4383-BD56-FDEDF9B6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5339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Wet Wafer</a:t>
            </a:r>
          </a:p>
        </p:txBody>
      </p:sp>
      <p:sp>
        <p:nvSpPr>
          <p:cNvPr id="66" name="end-262">
            <a:extLst xmlns:a="http://schemas.openxmlformats.org/drawingml/2006/main">
              <a:ext uri="{FF2B5EF4-FFF2-40B4-BE49-F238E27FC236}">
                <a16:creationId xmlns:a16="http://schemas.microsoft.com/office/drawing/2014/main" id="{796990C3-155D-4DC7-8679-7503ADD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77215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946729"/>
          </a:solidFill>
          <a:ln xmlns:a="http://schemas.openxmlformats.org/drawingml/2006/main" w="19050">
            <a:solidFill>
              <a:srgbClr val="946729"/>
            </a:solidFill>
            <a:prstDash val="solid"/>
          </a:ln>
        </p:spPr>
      </p:sp>
      <p:sp>
        <p:nvSpPr>
          <p:cNvPr id="67" name="text-263">
            <a:extLst xmlns:a="http://schemas.openxmlformats.org/drawingml/2006/main">
              <a:ext uri="{FF2B5EF4-FFF2-40B4-BE49-F238E27FC236}">
                <a16:creationId xmlns:a16="http://schemas.microsoft.com/office/drawing/2014/main" id="{A41B2D88-3BED-4487-915B-334441D9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819775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PM Dry 필수</a:t>
            </a:r>
          </a:p>
        </p:txBody>
      </p:sp>
      <p:sp>
        <p:nvSpPr>
          <p:cNvPr id="68" name="process-264">
            <a:extLst xmlns:a="http://schemas.openxmlformats.org/drawingml/2006/main">
              <a:ext uri="{FF2B5EF4-FFF2-40B4-BE49-F238E27FC236}">
                <a16:creationId xmlns:a16="http://schemas.microsoft.com/office/drawing/2014/main" id="{EFD27E61-D824-43E1-A830-63E3D231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05802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69" name="text-265">
            <a:extLst xmlns:a="http://schemas.openxmlformats.org/drawingml/2006/main">
              <a:ext uri="{FF2B5EF4-FFF2-40B4-BE49-F238E27FC236}">
                <a16:creationId xmlns:a16="http://schemas.microsoft.com/office/drawing/2014/main" id="{EB3DACD4-8188-4F7D-A95F-0BF25BE7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056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S-LP에서 복귀</a:t>
            </a:r>
          </a:p>
        </p:txBody>
      </p:sp>
      <p:sp>
        <p:nvSpPr>
          <p:cNvPr id="70" name="text-266">
            <a:extLst xmlns:a="http://schemas.openxmlformats.org/drawingml/2006/main">
              <a:ext uri="{FF2B5EF4-FFF2-40B4-BE49-F238E27FC236}">
                <a16:creationId xmlns:a16="http://schemas.microsoft.com/office/drawing/2014/main" id="{0DDA8F48-31FD-4CB2-93CD-E32469E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4391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6729"/>
                </a:solidFill>
                <a:latin typeface="Malgun Gothic"/>
                <a:ea typeface="Malgun Gothic"/>
                <a:cs typeface="Malgun Gothic"/>
              </a:rPr>
              <a:t>Dipping 진입 시점부터 Wet</a:t>
            </a:r>
          </a:p>
        </p:txBody>
      </p:sp>
    </p:spTree>
    <p:extLst>
      <p:ext uri="{BB962C8B-B14F-4D97-AF65-F5344CB8AC3E}">
        <p14:creationId xmlns:p14="http://schemas.microsoft.com/office/powerpoint/2010/main" val="86962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text-267">
            <a:extLst xmlns:a="http://schemas.openxmlformats.org/drawingml/2006/main">
              <a:ext uri="{FF2B5EF4-FFF2-40B4-BE49-F238E27FC236}">
                <a16:creationId xmlns:a16="http://schemas.microsoft.com/office/drawing/2014/main" id="{DB168538-4C20-4C1B-B9EA-2DC8B760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685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38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Interface &amp; Completion</a:t>
            </a:r>
          </a:p>
        </p:txBody>
      </p:sp>
      <p:sp>
        <p:nvSpPr>
          <p:cNvPr id="2" name="text-268">
            <a:extLst xmlns:a="http://schemas.openxmlformats.org/drawingml/2006/main">
              <a:ext uri="{FF2B5EF4-FFF2-40B4-BE49-F238E27FC236}">
                <a16:creationId xmlns:a16="http://schemas.microsoft.com/office/drawing/2014/main" id="{3D493EA4-162E-4FFE-BE6A-5674D691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Equipment는 수거·복귀를 관리하고, Batch는 WTR 이송과 완료 응답을 담당</a:t>
            </a:r>
          </a:p>
        </p:txBody>
      </p:sp>
      <p:sp>
        <p:nvSpPr>
          <p:cNvPr id="3" name="shape-269">
            <a:extLst xmlns:a="http://schemas.openxmlformats.org/drawingml/2006/main">
              <a:ext uri="{FF2B5EF4-FFF2-40B4-BE49-F238E27FC236}">
                <a16:creationId xmlns:a16="http://schemas.microsoft.com/office/drawing/2014/main" id="{2A8D3F0A-262F-41AD-9AAA-46D2382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72650"/>
            <a:ext cx="1676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70">
            <a:extLst xmlns:a="http://schemas.openxmlformats.org/drawingml/2006/main">
              <a:ext uri="{FF2B5EF4-FFF2-40B4-BE49-F238E27FC236}">
                <a16:creationId xmlns:a16="http://schemas.microsoft.com/office/drawing/2014/main" id="{CEF1A606-4887-4DC7-8869-F67A4939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77425"/>
            <a:ext cx="1438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Wafer Collection / Engineering Concept / REV04</a:t>
            </a:r>
          </a:p>
        </p:txBody>
      </p:sp>
      <p:sp>
        <p:nvSpPr>
          <p:cNvPr id="5" name="text-271">
            <a:extLst xmlns:a="http://schemas.openxmlformats.org/drawingml/2006/main">
              <a:ext uri="{FF2B5EF4-FFF2-40B4-BE49-F238E27FC236}">
                <a16:creationId xmlns:a16="http://schemas.microsoft.com/office/drawing/2014/main" id="{E2872419-4CCA-494C-849D-DE189D7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98774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D7C"/>
                </a:solidFill>
                <a:latin typeface="Malgun Gothic"/>
                <a:ea typeface="Malgun Gothic"/>
                <a:cs typeface="Malgun Gothic"/>
              </a:rPr>
              <a:t>05 / 05</a:t>
            </a:r>
          </a:p>
        </p:txBody>
      </p:sp>
      <p:sp>
        <p:nvSpPr>
          <p:cNvPr id="6" name="text-272">
            <a:extLst xmlns:a="http://schemas.openxmlformats.org/drawingml/2006/main">
              <a:ext uri="{FF2B5EF4-FFF2-40B4-BE49-F238E27FC236}">
                <a16:creationId xmlns:a16="http://schemas.microsoft.com/office/drawing/2014/main" id="{62C3AEAA-0659-4514-9EE8-D7E140A7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288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Equipment</a:t>
            </a:r>
          </a:p>
        </p:txBody>
      </p:sp>
      <p:sp>
        <p:nvSpPr>
          <p:cNvPr id="7" name="text-273">
            <a:extLst xmlns:a="http://schemas.openxmlformats.org/drawingml/2006/main">
              <a:ext uri="{FF2B5EF4-FFF2-40B4-BE49-F238E27FC236}">
                <a16:creationId xmlns:a16="http://schemas.microsoft.com/office/drawing/2014/main" id="{A5B094A9-BDD5-4A49-99E2-A374DA7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288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Interface</a:t>
            </a:r>
          </a:p>
        </p:txBody>
      </p:sp>
      <p:sp>
        <p:nvSpPr>
          <p:cNvPr id="8" name="text-274">
            <a:extLst xmlns:a="http://schemas.openxmlformats.org/drawingml/2006/main">
              <a:ext uri="{FF2B5EF4-FFF2-40B4-BE49-F238E27FC236}">
                <a16:creationId xmlns:a16="http://schemas.microsoft.com/office/drawing/2014/main" id="{39B7DC45-4EC7-43E9-8BBC-86A22455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0288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Batch / WTR</a:t>
            </a:r>
          </a:p>
        </p:txBody>
      </p:sp>
      <p:sp>
        <p:nvSpPr>
          <p:cNvPr id="9" name="anchor-275">
            <a:extLst xmlns:a="http://schemas.openxmlformats.org/drawingml/2006/main">
              <a:ext uri="{FF2B5EF4-FFF2-40B4-BE49-F238E27FC236}">
                <a16:creationId xmlns:a16="http://schemas.microsoft.com/office/drawing/2014/main" id="{92E47A59-AFE1-459C-9F33-60B6A24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2528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nchor-276">
            <a:extLst xmlns:a="http://schemas.openxmlformats.org/drawingml/2006/main">
              <a:ext uri="{FF2B5EF4-FFF2-40B4-BE49-F238E27FC236}">
                <a16:creationId xmlns:a16="http://schemas.microsoft.com/office/drawing/2014/main" id="{2355313D-9C7E-4D09-AE17-4881C9A3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7167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333876" y="2538413"/>
            <a:ext cx="0" cy="4629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D3DF"/>
            </a:solidFill>
            <a:prstDash val="dash"/>
            <a:tailEnd type="none" w="med" len="med"/>
          </a:ln>
        </p:spPr>
      </p:cxnSp>
      <p:sp>
        <p:nvSpPr>
          <p:cNvPr id="12" name="anchor-277">
            <a:extLst xmlns:a="http://schemas.openxmlformats.org/drawingml/2006/main">
              <a:ext uri="{FF2B5EF4-FFF2-40B4-BE49-F238E27FC236}">
                <a16:creationId xmlns:a16="http://schemas.microsoft.com/office/drawing/2014/main" id="{0CC93EA1-CFBA-477C-8A53-937EA905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2528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anchor-278">
            <a:extLst xmlns:a="http://schemas.openxmlformats.org/drawingml/2006/main">
              <a:ext uri="{FF2B5EF4-FFF2-40B4-BE49-F238E27FC236}">
                <a16:creationId xmlns:a16="http://schemas.microsoft.com/office/drawing/2014/main" id="{FF42DCBB-DB2E-45B7-9FAF-2DDC5376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7167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620251" y="2538413"/>
            <a:ext cx="0" cy="4629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D3DF"/>
            </a:solidFill>
            <a:prstDash val="dash"/>
            <a:tailEnd type="none" w="med" len="med"/>
          </a:ln>
        </p:spPr>
      </p:cxnSp>
      <p:sp>
        <p:nvSpPr>
          <p:cNvPr id="15" name="anchor-279">
            <a:extLst xmlns:a="http://schemas.openxmlformats.org/drawingml/2006/main">
              <a:ext uri="{FF2B5EF4-FFF2-40B4-BE49-F238E27FC236}">
                <a16:creationId xmlns:a16="http://schemas.microsoft.com/office/drawing/2014/main" id="{A4DC1A8E-F102-4A97-A7C0-2002D40C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88" y="2528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anchor-280">
            <a:extLst xmlns:a="http://schemas.openxmlformats.org/drawingml/2006/main">
              <a:ext uri="{FF2B5EF4-FFF2-40B4-BE49-F238E27FC236}">
                <a16:creationId xmlns:a16="http://schemas.microsoft.com/office/drawing/2014/main" id="{3D72BCF6-30FD-4D09-BB14-34476413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88" y="71675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5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4954251" y="2538413"/>
            <a:ext cx="0" cy="4629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5D3DF"/>
            </a:solidFill>
            <a:prstDash val="dash"/>
            <a:tailEnd type="none" w="med" len="med"/>
          </a:ln>
        </p:spPr>
      </p:cxnSp>
      <p:sp>
        <p:nvSpPr>
          <p:cNvPr id="18" name="anchor-281">
            <a:extLst xmlns:a="http://schemas.openxmlformats.org/drawingml/2006/main">
              <a:ext uri="{FF2B5EF4-FFF2-40B4-BE49-F238E27FC236}">
                <a16:creationId xmlns:a16="http://schemas.microsoft.com/office/drawing/2014/main" id="{50C31458-CD28-4918-BE91-D8DFBD2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3005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anchor-282">
            <a:extLst xmlns:a="http://schemas.openxmlformats.org/drawingml/2006/main">
              <a:ext uri="{FF2B5EF4-FFF2-40B4-BE49-F238E27FC236}">
                <a16:creationId xmlns:a16="http://schemas.microsoft.com/office/drawing/2014/main" id="{1DD185FA-A84B-460C-98FA-F1D20B9D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005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338638" y="3009901"/>
            <a:ext cx="5276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5F87"/>
            </a:solidFill>
            <a:prstDash val="solid"/>
            <a:tailEnd type="none" w="med" len="med"/>
          </a:ln>
        </p:spPr>
      </p:cxnSp>
      <p:sp>
        <p:nvSpPr>
          <p:cNvPr id="21" name="anchor-283">
            <a:extLst xmlns:a="http://schemas.openxmlformats.org/drawingml/2006/main">
              <a:ext uri="{FF2B5EF4-FFF2-40B4-BE49-F238E27FC236}">
                <a16:creationId xmlns:a16="http://schemas.microsoft.com/office/drawing/2014/main" id="{F7159520-EF19-4C7B-8FCE-C41BF96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005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anchor-284">
            <a:extLst xmlns:a="http://schemas.openxmlformats.org/drawingml/2006/main">
              <a:ext uri="{FF2B5EF4-FFF2-40B4-BE49-F238E27FC236}">
                <a16:creationId xmlns:a16="http://schemas.microsoft.com/office/drawing/2014/main" id="{E2A87223-9842-436A-BC28-46DEA44F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88" y="3005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625013" y="3009901"/>
            <a:ext cx="5324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5F87"/>
            </a:solidFill>
            <a:prstDash val="solid"/>
            <a:tailEnd type="triangle" w="med" len="med"/>
          </a:ln>
        </p:spPr>
      </p:cxnSp>
      <p:sp>
        <p:nvSpPr>
          <p:cNvPr id="24" name="text-285">
            <a:extLst xmlns:a="http://schemas.openxmlformats.org/drawingml/2006/main">
              <a:ext uri="{FF2B5EF4-FFF2-40B4-BE49-F238E27FC236}">
                <a16:creationId xmlns:a16="http://schemas.microsoft.com/office/drawing/2014/main" id="{BA11C879-EC45-461D-9FDF-74557D21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62225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Next CJ → Dipping Buffer 이동 요청</a:t>
            </a:r>
          </a:p>
        </p:txBody>
      </p:sp>
      <p:sp>
        <p:nvSpPr>
          <p:cNvPr id="25" name="anchor-286">
            <a:extLst xmlns:a="http://schemas.openxmlformats.org/drawingml/2006/main">
              <a:ext uri="{FF2B5EF4-FFF2-40B4-BE49-F238E27FC236}">
                <a16:creationId xmlns:a16="http://schemas.microsoft.com/office/drawing/2014/main" id="{2C48E524-80D2-403D-91DC-C0FA3E06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88" y="4052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anchor-287">
            <a:extLst xmlns:a="http://schemas.openxmlformats.org/drawingml/2006/main">
              <a:ext uri="{FF2B5EF4-FFF2-40B4-BE49-F238E27FC236}">
                <a16:creationId xmlns:a16="http://schemas.microsoft.com/office/drawing/2014/main" id="{DE8E6FE3-F83C-4A6B-AEDE-410C3986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4052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9625013" y="4057651"/>
            <a:ext cx="5324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dash"/>
            <a:tailEnd type="none" w="med" len="med"/>
          </a:ln>
        </p:spPr>
      </p:cxnSp>
      <p:sp>
        <p:nvSpPr>
          <p:cNvPr id="28" name="anchor-288">
            <a:extLst xmlns:a="http://schemas.openxmlformats.org/drawingml/2006/main">
              <a:ext uri="{FF2B5EF4-FFF2-40B4-BE49-F238E27FC236}">
                <a16:creationId xmlns:a16="http://schemas.microsoft.com/office/drawing/2014/main" id="{E3F899C8-8662-43A1-8799-2DFE3B33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4052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anchor-289">
            <a:extLst xmlns:a="http://schemas.openxmlformats.org/drawingml/2006/main">
              <a:ext uri="{FF2B5EF4-FFF2-40B4-BE49-F238E27FC236}">
                <a16:creationId xmlns:a16="http://schemas.microsoft.com/office/drawing/2014/main" id="{9AB62102-81A0-49BF-998B-0BFF4ED5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4052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338638" y="4057651"/>
            <a:ext cx="5276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677D"/>
            </a:solidFill>
            <a:prstDash val="dash"/>
            <a:tailEnd type="triangle" w="med" len="med"/>
          </a:ln>
        </p:spPr>
      </p:cxnSp>
      <p:sp>
        <p:nvSpPr>
          <p:cNvPr id="31" name="text-290">
            <a:extLst xmlns:a="http://schemas.openxmlformats.org/drawingml/2006/main">
              <a:ext uri="{FF2B5EF4-FFF2-40B4-BE49-F238E27FC236}">
                <a16:creationId xmlns:a16="http://schemas.microsoft.com/office/drawing/2014/main" id="{35E8DECC-4FBC-4093-8E87-D1718294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638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이동 완료 응답</a:t>
            </a:r>
          </a:p>
        </p:txBody>
      </p:sp>
      <p:sp>
        <p:nvSpPr>
          <p:cNvPr id="32" name="anchor-291">
            <a:extLst xmlns:a="http://schemas.openxmlformats.org/drawingml/2006/main">
              <a:ext uri="{FF2B5EF4-FFF2-40B4-BE49-F238E27FC236}">
                <a16:creationId xmlns:a16="http://schemas.microsoft.com/office/drawing/2014/main" id="{21588D6D-98D6-404F-A4C5-D49DEE90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40528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anchor-292">
            <a:extLst xmlns:a="http://schemas.openxmlformats.org/drawingml/2006/main">
              <a:ext uri="{FF2B5EF4-FFF2-40B4-BE49-F238E27FC236}">
                <a16:creationId xmlns:a16="http://schemas.microsoft.com/office/drawing/2014/main" id="{1F728A81-8C56-4B30-81BF-338AD92C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42910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2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333876" y="4062413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35" name="anchor-293">
            <a:extLst xmlns:a="http://schemas.openxmlformats.org/drawingml/2006/main">
              <a:ext uri="{FF2B5EF4-FFF2-40B4-BE49-F238E27FC236}">
                <a16:creationId xmlns:a16="http://schemas.microsoft.com/office/drawing/2014/main" id="{10555A4B-0058-44F0-9DFD-F1F39A4D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53197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anchor-294">
            <a:extLst xmlns:a="http://schemas.openxmlformats.org/drawingml/2006/main">
              <a:ext uri="{FF2B5EF4-FFF2-40B4-BE49-F238E27FC236}">
                <a16:creationId xmlns:a16="http://schemas.microsoft.com/office/drawing/2014/main" id="{715A83A3-1525-49D4-B509-434A00D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53197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338638" y="5324476"/>
            <a:ext cx="5276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5F87"/>
            </a:solidFill>
            <a:prstDash val="solid"/>
            <a:tailEnd type="none" w="med" len="med"/>
          </a:ln>
        </p:spPr>
      </p:cxnSp>
      <p:sp>
        <p:nvSpPr>
          <p:cNvPr id="38" name="anchor-295">
            <a:extLst xmlns:a="http://schemas.openxmlformats.org/drawingml/2006/main">
              <a:ext uri="{FF2B5EF4-FFF2-40B4-BE49-F238E27FC236}">
                <a16:creationId xmlns:a16="http://schemas.microsoft.com/office/drawing/2014/main" id="{2FC4075F-65CF-4D9A-980E-7C3676E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53197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anchor-296">
            <a:extLst xmlns:a="http://schemas.openxmlformats.org/drawingml/2006/main">
              <a:ext uri="{FF2B5EF4-FFF2-40B4-BE49-F238E27FC236}">
                <a16:creationId xmlns:a16="http://schemas.microsoft.com/office/drawing/2014/main" id="{67D9480D-4A47-427F-A42D-8F791147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88" y="53197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9625013" y="5324476"/>
            <a:ext cx="5324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5F87"/>
            </a:solidFill>
            <a:prstDash val="solid"/>
            <a:tailEnd type="triangle" w="med" len="med"/>
          </a:ln>
        </p:spPr>
      </p:cxnSp>
      <p:sp>
        <p:nvSpPr>
          <p:cNvPr id="41" name="text-297">
            <a:extLst xmlns:a="http://schemas.openxmlformats.org/drawingml/2006/main">
              <a:ext uri="{FF2B5EF4-FFF2-40B4-BE49-F238E27FC236}">
                <a16:creationId xmlns:a16="http://schemas.microsoft.com/office/drawing/2014/main" id="{7BB1C90E-7063-4D01-B127-067D527D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7680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65F87"/>
                </a:solidFill>
                <a:latin typeface="Malgun Gothic"/>
                <a:ea typeface="Malgun Gothic"/>
                <a:cs typeface="Malgun Gothic"/>
              </a:rPr>
              <a:t>InBuffer → Dipping Buffer 이동 요청</a:t>
            </a:r>
          </a:p>
        </p:txBody>
      </p:sp>
      <p:sp>
        <p:nvSpPr>
          <p:cNvPr id="42" name="anchor-298">
            <a:extLst xmlns:a="http://schemas.openxmlformats.org/drawingml/2006/main">
              <a:ext uri="{FF2B5EF4-FFF2-40B4-BE49-F238E27FC236}">
                <a16:creationId xmlns:a16="http://schemas.microsoft.com/office/drawing/2014/main" id="{D4199094-D297-4A86-AF21-4C6050F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88" y="6367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anchor-299">
            <a:extLst xmlns:a="http://schemas.openxmlformats.org/drawingml/2006/main">
              <a:ext uri="{FF2B5EF4-FFF2-40B4-BE49-F238E27FC236}">
                <a16:creationId xmlns:a16="http://schemas.microsoft.com/office/drawing/2014/main" id="{AE259BF7-D7DD-4B1A-AE81-5018ECA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6367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2" name=""/>
          <p:cNvCxnSpPr>
            <a:stCxn xmlns:a="http://schemas.openxmlformats.org/drawingml/2006/main" id="42" idx="1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9625013" y="6372226"/>
            <a:ext cx="5324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dash"/>
            <a:tailEnd type="none" w="med" len="med"/>
          </a:ln>
        </p:spPr>
      </p:cxnSp>
      <p:sp>
        <p:nvSpPr>
          <p:cNvPr id="45" name="anchor-300">
            <a:extLst xmlns:a="http://schemas.openxmlformats.org/drawingml/2006/main">
              <a:ext uri="{FF2B5EF4-FFF2-40B4-BE49-F238E27FC236}">
                <a16:creationId xmlns:a16="http://schemas.microsoft.com/office/drawing/2014/main" id="{738A0CF2-C080-486E-81EB-349796FB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6367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anchor-301">
            <a:extLst xmlns:a="http://schemas.openxmlformats.org/drawingml/2006/main">
              <a:ext uri="{FF2B5EF4-FFF2-40B4-BE49-F238E27FC236}">
                <a16:creationId xmlns:a16="http://schemas.microsoft.com/office/drawing/2014/main" id="{C0854DF5-49A9-4AB7-A53A-E3B8DB6E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6367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5" name=""/>
          <p:cNvCxnSpPr>
            <a:stCxn xmlns:a="http://schemas.openxmlformats.org/drawingml/2006/main" id="45" idx="1"/>
            <a:endCxn xmlns:a="http://schemas.openxmlformats.org/drawingml/2006/main" id="46" idx="3"/>
          </p:cNvCxnSpPr>
          <p:nvPr/>
        </p:nvCxnSpPr>
        <p:spPr>
          <a:xfrm xmlns:a="http://schemas.openxmlformats.org/drawingml/2006/main" flipH="1">
            <a:off x="4338638" y="6372226"/>
            <a:ext cx="5276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27D"/>
            </a:solidFill>
            <a:prstDash val="dash"/>
            <a:tailEnd type="triangle" w="med" len="med"/>
          </a:ln>
        </p:spPr>
      </p:cxnSp>
      <p:sp>
        <p:nvSpPr>
          <p:cNvPr id="48" name="text-302">
            <a:extLst xmlns:a="http://schemas.openxmlformats.org/drawingml/2006/main">
              <a:ext uri="{FF2B5EF4-FFF2-40B4-BE49-F238E27FC236}">
                <a16:creationId xmlns:a16="http://schemas.microsoft.com/office/drawing/2014/main" id="{4F3EFDD4-00DA-428A-8CD7-D8FE7B06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81700"/>
            <a:ext cx="638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이동 완료 응답</a:t>
            </a:r>
          </a:p>
        </p:txBody>
      </p:sp>
      <p:sp>
        <p:nvSpPr>
          <p:cNvPr id="49" name="anchor-303">
            <a:extLst xmlns:a="http://schemas.openxmlformats.org/drawingml/2006/main">
              <a:ext uri="{FF2B5EF4-FFF2-40B4-BE49-F238E27FC236}">
                <a16:creationId xmlns:a16="http://schemas.microsoft.com/office/drawing/2014/main" id="{3F011600-66D3-4154-B074-E2E16DA6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6367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anchor-304">
            <a:extLst xmlns:a="http://schemas.openxmlformats.org/drawingml/2006/main">
              <a:ext uri="{FF2B5EF4-FFF2-40B4-BE49-F238E27FC236}">
                <a16:creationId xmlns:a16="http://schemas.microsoft.com/office/drawing/2014/main" id="{14F5EC6C-686F-4E8A-A1B0-8FBF141C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6615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9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4333876" y="6376988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4A6E"/>
            </a:solidFill>
            <a:prstDash val="solid"/>
            <a:tailEnd type="triangle" w="med" len="med"/>
          </a:ln>
        </p:spPr>
      </p:cxnSp>
      <p:sp>
        <p:nvSpPr>
          <p:cNvPr id="52" name="text-305">
            <a:extLst xmlns:a="http://schemas.openxmlformats.org/drawingml/2006/main">
              <a:ext uri="{FF2B5EF4-FFF2-40B4-BE49-F238E27FC236}">
                <a16:creationId xmlns:a16="http://schemas.microsoft.com/office/drawing/2014/main" id="{3E94DF98-7436-471B-A72D-9C47562D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80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Phase 2</a:t>
            </a:r>
          </a:p>
        </p:txBody>
      </p:sp>
      <p:sp>
        <p:nvSpPr>
          <p:cNvPr id="53" name="text-306">
            <a:extLst xmlns:a="http://schemas.openxmlformats.org/drawingml/2006/main">
              <a:ext uri="{FF2B5EF4-FFF2-40B4-BE49-F238E27FC236}">
                <a16:creationId xmlns:a16="http://schemas.microsoft.com/office/drawing/2014/main" id="{F685563E-AE75-4DF6-B7F8-91195386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Batch CJ</a:t>
            </a:r>
          </a:p>
          <a:p xmlns:a="http://schemas.openxmlformats.org/drawingml/2006/main">
            <a:pPr algn="l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반복</a:t>
            </a:r>
          </a:p>
        </p:txBody>
      </p:sp>
      <p:sp>
        <p:nvSpPr>
          <p:cNvPr id="54" name="text-307">
            <a:extLst xmlns:a="http://schemas.openxmlformats.org/drawingml/2006/main">
              <a:ext uri="{FF2B5EF4-FFF2-40B4-BE49-F238E27FC236}">
                <a16:creationId xmlns:a16="http://schemas.microsoft.com/office/drawing/2014/main" id="{B9E107E9-B325-4361-824A-C65FF7E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809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Phase 3</a:t>
            </a:r>
          </a:p>
        </p:txBody>
      </p:sp>
      <p:sp>
        <p:nvSpPr>
          <p:cNvPr id="55" name="text-308">
            <a:extLst xmlns:a="http://schemas.openxmlformats.org/drawingml/2006/main">
              <a:ext uri="{FF2B5EF4-FFF2-40B4-BE49-F238E27FC236}">
                <a16:creationId xmlns:a16="http://schemas.microsoft.com/office/drawing/2014/main" id="{F25309A8-B1E2-4415-AD2D-A2B7A130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InBuffer</a:t>
            </a:r>
          </a:p>
          <a:p xmlns:a="http://schemas.openxmlformats.org/drawingml/2006/main">
            <a:pPr algn="l">
              <a:def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최종</a:t>
            </a:r>
          </a:p>
        </p:txBody>
      </p:sp>
      <p:sp>
        <p:nvSpPr>
          <p:cNvPr id="56" name="process-309">
            <a:extLst xmlns:a="http://schemas.openxmlformats.org/drawingml/2006/main">
              <a:ext uri="{FF2B5EF4-FFF2-40B4-BE49-F238E27FC236}">
                <a16:creationId xmlns:a16="http://schemas.microsoft.com/office/drawing/2014/main" id="{40F5DB72-2FAA-4603-9A5D-902041D8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19450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677D"/>
            </a:solidFill>
            <a:prstDash val="solid"/>
          </a:ln>
        </p:spPr>
      </p:sp>
      <p:sp>
        <p:nvSpPr>
          <p:cNvPr id="57" name="text-310">
            <a:extLst xmlns:a="http://schemas.openxmlformats.org/drawingml/2006/main">
              <a:ext uri="{FF2B5EF4-FFF2-40B4-BE49-F238E27FC236}">
                <a16:creationId xmlns:a16="http://schemas.microsoft.com/office/drawing/2014/main" id="{53FE7190-684B-4224-B7CE-F4F4BBFC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2670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Next CJ 이송</a:t>
            </a:r>
          </a:p>
        </p:txBody>
      </p:sp>
      <p:sp>
        <p:nvSpPr>
          <p:cNvPr id="58" name="reuse-311">
            <a:extLst xmlns:a="http://schemas.openxmlformats.org/drawingml/2006/main">
              <a:ext uri="{FF2B5EF4-FFF2-40B4-BE49-F238E27FC236}">
                <a16:creationId xmlns:a16="http://schemas.microsoft.com/office/drawing/2014/main" id="{8A762BF3-4A7D-4E8C-BFF6-2E5FD25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59" name="shape-312">
            <a:extLst xmlns:a="http://schemas.openxmlformats.org/drawingml/2006/main">
              <a:ext uri="{FF2B5EF4-FFF2-40B4-BE49-F238E27FC236}">
                <a16:creationId xmlns:a16="http://schemas.microsoft.com/office/drawing/2014/main" id="{4C2C137B-716A-4B18-9877-F5CB2752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14825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hape-313">
            <a:extLst xmlns:a="http://schemas.openxmlformats.org/drawingml/2006/main">
              <a:ext uri="{FF2B5EF4-FFF2-40B4-BE49-F238E27FC236}">
                <a16:creationId xmlns:a16="http://schemas.microsoft.com/office/drawing/2014/main" id="{9A4C3533-9146-44F9-B2F2-E486837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14825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314">
            <a:extLst xmlns:a="http://schemas.openxmlformats.org/drawingml/2006/main">
              <a:ext uri="{FF2B5EF4-FFF2-40B4-BE49-F238E27FC236}">
                <a16:creationId xmlns:a16="http://schemas.microsoft.com/office/drawing/2014/main" id="{81C3727E-4C4A-46C5-BE82-833CE8E8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공통 수거 실행</a:t>
            </a:r>
          </a:p>
        </p:txBody>
      </p:sp>
      <p:sp>
        <p:nvSpPr>
          <p:cNvPr id="62" name="text-315">
            <a:extLst xmlns:a="http://schemas.openxmlformats.org/drawingml/2006/main">
              <a:ext uri="{FF2B5EF4-FFF2-40B4-BE49-F238E27FC236}">
                <a16:creationId xmlns:a16="http://schemas.microsoft.com/office/drawing/2014/main" id="{66CA3121-6E27-403D-9958-F85631F2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14825"/>
            <a:ext cx="9810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7677D"/>
                </a:solidFill>
                <a:latin typeface="Malgun Gothic"/>
                <a:ea typeface="Malgun Gothic"/>
                <a:cs typeface="Malgun Gothic"/>
              </a:rPr>
              <a:t>현 CJ 전체 복귀 후 Next CJ 확인</a:t>
            </a:r>
          </a:p>
        </p:txBody>
      </p:sp>
      <p:sp>
        <p:nvSpPr>
          <p:cNvPr id="63" name="process-316">
            <a:extLst xmlns:a="http://schemas.openxmlformats.org/drawingml/2006/main">
              <a:ext uri="{FF2B5EF4-FFF2-40B4-BE49-F238E27FC236}">
                <a16:creationId xmlns:a16="http://schemas.microsoft.com/office/drawing/2014/main" id="{89EAAF91-B0A6-4195-A0B9-72666EF4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534025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6727D"/>
            </a:solidFill>
            <a:prstDash val="solid"/>
          </a:ln>
        </p:spPr>
      </p:sp>
      <p:sp>
        <p:nvSpPr>
          <p:cNvPr id="64" name="text-317">
            <a:extLst xmlns:a="http://schemas.openxmlformats.org/drawingml/2006/main">
              <a:ext uri="{FF2B5EF4-FFF2-40B4-BE49-F238E27FC236}">
                <a16:creationId xmlns:a16="http://schemas.microsoft.com/office/drawing/2014/main" id="{F943E4A7-9C03-489C-8416-6F909DE9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5816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6727D"/>
                </a:solidFill>
                <a:latin typeface="Malgun Gothic"/>
                <a:ea typeface="Malgun Gothic"/>
                <a:cs typeface="Malgun Gothic"/>
              </a:rPr>
              <a:t>InBuffer Wafer 이송</a:t>
            </a:r>
          </a:p>
        </p:txBody>
      </p:sp>
      <p:sp>
        <p:nvSpPr>
          <p:cNvPr id="65" name="reuse-318">
            <a:extLst xmlns:a="http://schemas.openxmlformats.org/drawingml/2006/main">
              <a:ext uri="{FF2B5EF4-FFF2-40B4-BE49-F238E27FC236}">
                <a16:creationId xmlns:a16="http://schemas.microsoft.com/office/drawing/2014/main" id="{67646CAE-1FD0-4F2E-ABDB-7A003679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619875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9050">
            <a:solidFill>
              <a:srgbClr val="234A6E"/>
            </a:solidFill>
            <a:prstDash val="solid"/>
          </a:ln>
        </p:spPr>
      </p:sp>
      <p:sp>
        <p:nvSpPr>
          <p:cNvPr id="66" name="shape-319">
            <a:extLst xmlns:a="http://schemas.openxmlformats.org/drawingml/2006/main">
              <a:ext uri="{FF2B5EF4-FFF2-40B4-BE49-F238E27FC236}">
                <a16:creationId xmlns:a16="http://schemas.microsoft.com/office/drawing/2014/main" id="{4674E9CD-1419-44B7-ABCF-186CC34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638925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hape-320">
            <a:extLst xmlns:a="http://schemas.openxmlformats.org/drawingml/2006/main">
              <a:ext uri="{FF2B5EF4-FFF2-40B4-BE49-F238E27FC236}">
                <a16:creationId xmlns:a16="http://schemas.microsoft.com/office/drawing/2014/main" id="{726917D6-44A1-4848-BDE0-A5A453D2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638925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ext-321">
            <a:extLst xmlns:a="http://schemas.openxmlformats.org/drawingml/2006/main">
              <a:ext uri="{FF2B5EF4-FFF2-40B4-BE49-F238E27FC236}">
                <a16:creationId xmlns:a16="http://schemas.microsoft.com/office/drawing/2014/main" id="{234B031B-EDAF-4F27-835E-BB2175BB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6675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34A6E"/>
                </a:solidFill>
                <a:latin typeface="Malgun Gothic"/>
                <a:ea typeface="Malgun Gothic"/>
                <a:cs typeface="Malgun Gothic"/>
              </a:rPr>
              <a:t>최종 수거 실행</a:t>
            </a:r>
          </a:p>
        </p:txBody>
      </p:sp>
      <p:sp>
        <p:nvSpPr>
          <p:cNvPr id="69" name="shape-322">
            <a:extLst xmlns:a="http://schemas.openxmlformats.org/drawingml/2006/main">
              <a:ext uri="{FF2B5EF4-FFF2-40B4-BE49-F238E27FC236}">
                <a16:creationId xmlns:a16="http://schemas.microsoft.com/office/drawing/2014/main" id="{10F24F8F-F8C4-4BCF-887D-4F06A266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8550"/>
            <a:ext cx="1676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ext-323">
            <a:extLst xmlns:a="http://schemas.openxmlformats.org/drawingml/2006/main">
              <a:ext uri="{FF2B5EF4-FFF2-40B4-BE49-F238E27FC236}">
                <a16:creationId xmlns:a16="http://schemas.microsoft.com/office/drawing/2014/main" id="{63326053-93E1-46B8-8A34-41A690F2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81900"/>
            <a:ext cx="1152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Collection 완료 조건</a:t>
            </a:r>
          </a:p>
        </p:txBody>
      </p:sp>
      <p:sp>
        <p:nvSpPr>
          <p:cNvPr id="71" name="text-324">
            <a:extLst xmlns:a="http://schemas.openxmlformats.org/drawingml/2006/main">
              <a:ext uri="{FF2B5EF4-FFF2-40B4-BE49-F238E27FC236}">
                <a16:creationId xmlns:a16="http://schemas.microsoft.com/office/drawing/2014/main" id="{1ECE2002-E1AD-45F6-B0AC-88374AE0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1184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✓  Batch: 잔여 CJ 없음</a:t>
            </a:r>
          </a:p>
        </p:txBody>
      </p:sp>
      <p:sp>
        <p:nvSpPr>
          <p:cNvPr id="72" name="text-325">
            <a:extLst xmlns:a="http://schemas.openxmlformats.org/drawingml/2006/main">
              <a:ext uri="{FF2B5EF4-FFF2-40B4-BE49-F238E27FC236}">
                <a16:creationId xmlns:a16="http://schemas.microsoft.com/office/drawing/2014/main" id="{5576A924-F2FB-490A-9E95-AC9EFE91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72475"/>
            <a:ext cx="1184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✓  InBuffer: 잔류 Wafer 없음</a:t>
            </a:r>
          </a:p>
        </p:txBody>
      </p:sp>
      <p:sp>
        <p:nvSpPr>
          <p:cNvPr id="73" name="text-326">
            <a:extLst xmlns:a="http://schemas.openxmlformats.org/drawingml/2006/main">
              <a:ext uri="{FF2B5EF4-FFF2-40B4-BE49-F238E27FC236}">
                <a16:creationId xmlns:a16="http://schemas.microsoft.com/office/drawing/2014/main" id="{6B7C0058-7F7E-4E0E-9436-A5E89FC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86800"/>
            <a:ext cx="1184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✓  Dipping Buffer·후단: 잔류 Wafer 없음</a:t>
            </a:r>
          </a:p>
        </p:txBody>
      </p:sp>
      <p:sp>
        <p:nvSpPr>
          <p:cNvPr id="74" name="text-327">
            <a:extLst xmlns:a="http://schemas.openxmlformats.org/drawingml/2006/main">
              <a:ext uri="{FF2B5EF4-FFF2-40B4-BE49-F238E27FC236}">
                <a16:creationId xmlns:a16="http://schemas.microsoft.com/office/drawing/2014/main" id="{F876FD6A-BD2F-4AD5-A547-CDA9EA8C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01125"/>
            <a:ext cx="1184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✓  Wet Wafer: Dry 완료</a:t>
            </a:r>
          </a:p>
        </p:txBody>
      </p:sp>
      <p:sp>
        <p:nvSpPr>
          <p:cNvPr id="75" name="text-328">
            <a:extLst xmlns:a="http://schemas.openxmlformats.org/drawingml/2006/main">
              <a:ext uri="{FF2B5EF4-FFF2-40B4-BE49-F238E27FC236}">
                <a16:creationId xmlns:a16="http://schemas.microsoft.com/office/drawing/2014/main" id="{813D9999-56CB-474F-9363-396FB004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184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✓  모든 Wafer: 원래 Carrier·Original Slot 복귀</a:t>
            </a:r>
          </a:p>
        </p:txBody>
      </p:sp>
      <p:sp>
        <p:nvSpPr>
          <p:cNvPr id="76" name="text-329">
            <a:extLst xmlns:a="http://schemas.openxmlformats.org/drawingml/2006/main">
              <a:ext uri="{FF2B5EF4-FFF2-40B4-BE49-F238E27FC236}">
                <a16:creationId xmlns:a16="http://schemas.microsoft.com/office/drawing/2014/main" id="{7DCD81D0-98F1-4832-8556-8FC8A3D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799147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3042"/>
                </a:solidFill>
                <a:latin typeface="Malgun Gothic"/>
                <a:ea typeface="Malgun Gothic"/>
                <a:cs typeface="Malgun Gothic"/>
              </a:rPr>
              <a:t>모든 조건 만족</a:t>
            </a:r>
          </a:p>
        </p:txBody>
      </p:sp>
      <p:sp>
        <p:nvSpPr>
          <p:cNvPr id="77" name="end-330">
            <a:extLst xmlns:a="http://schemas.openxmlformats.org/drawingml/2006/main">
              <a:ext uri="{FF2B5EF4-FFF2-40B4-BE49-F238E27FC236}">
                <a16:creationId xmlns:a16="http://schemas.microsoft.com/office/drawing/2014/main" id="{82464575-65FA-410B-8F79-2AE6E78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562975"/>
            <a:ext cx="4238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3042"/>
          </a:solidFill>
          <a:ln xmlns:a="http://schemas.openxmlformats.org/drawingml/2006/main" w="19050">
            <a:solidFill>
              <a:srgbClr val="173042"/>
            </a:solidFill>
            <a:prstDash val="solid"/>
          </a:ln>
        </p:spPr>
      </p:sp>
      <p:sp>
        <p:nvSpPr>
          <p:cNvPr id="78" name="text-331">
            <a:extLst xmlns:a="http://schemas.openxmlformats.org/drawingml/2006/main">
              <a:ext uri="{FF2B5EF4-FFF2-40B4-BE49-F238E27FC236}">
                <a16:creationId xmlns:a16="http://schemas.microsoft.com/office/drawing/2014/main" id="{8CA4411A-B74E-411B-B733-14A3F96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8610600"/>
            <a:ext cx="385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WAFER COLLECTION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COMPLETE</a:t>
            </a:r>
          </a:p>
        </p:txBody>
      </p:sp>
    </p:spTree>
    <p:extLst>
      <p:ext uri="{BB962C8B-B14F-4D97-AF65-F5344CB8AC3E}">
        <p14:creationId xmlns:p14="http://schemas.microsoft.com/office/powerpoint/2010/main" val="2138753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2026-09-07T02:50:51.0460000Z</dcterms:created>
  <dcterms:modified xsi:type="dcterms:W3CDTF">2026-09-07T02:50:51.0460000Z</dcterms:modified>
</coreProperties>
</file>